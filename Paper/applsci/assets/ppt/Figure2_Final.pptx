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1"/>
    <p:restoredTop sz="94678"/>
  </p:normalViewPr>
  <p:slideViewPr>
    <p:cSldViewPr>
      <p:cViewPr>
        <p:scale>
          <a:sx n="85" d="100"/>
          <a:sy n="85" d="100"/>
        </p:scale>
        <p:origin x="1624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E37E9-93C5-6F20-D6AF-0068E69B7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BCF98-B600-A954-9AFA-B197A5F75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E4D81D-C8BC-527E-993F-99CBE7E34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DABE1B-87EA-919A-B120-949F5CB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08FECB-1668-7ED8-0C3F-6A3645A2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891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B10BC-7B06-3157-C309-3E11E8B2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92D4A4-2510-BCFF-6E09-6FF95796F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D0089F-92BF-357D-A2C7-3DEED901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2604B7-60ED-508A-6BFE-A0D90DC3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3508B0-6061-289E-6827-C69DBA47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320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B6FE5-E47E-ED8A-7BD5-8317E91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33DD71-13C9-E14C-A62D-6E43336E7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5D0814-FF84-6DE6-B935-18C35EFF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A300C5-274C-4F07-B3FC-D3C90D58E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863D66-2AC0-A45E-AD62-BFF6D065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610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FB937-0283-877B-6500-D1CF3E0A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36AFB-DB8D-8EB0-309B-CDB4593B5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EBEBE8-C65A-A27E-7EDF-A7A540887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2C62DE-E2BC-C67A-34B4-D4A9751D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6596FE-9393-2D93-1E71-CF432896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366C1F-D912-4B2D-11EC-5032EE17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68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577B3-0C95-22B1-4460-92E6671A7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680D7C-23E3-205D-217A-6050FF8E7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535EB7-D511-C1F1-313F-3749B2879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2278DE-0395-06D9-E2AC-5B1371A0D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5F3694-EC6E-AE4A-4FDC-51C5B91C5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4C9B63-69C0-A1A4-8263-82789573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4D3CF9-21F6-52C3-25EB-8184B7CE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53BC50-984E-B867-B1D1-197BAC36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569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500A7-D328-182B-25CC-E416F831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78CA2F-67F6-8C1D-E1B7-AECE17FE8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5229F9-8283-9D44-506B-4937241B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A6050C-E5A5-E009-2EF8-3DA5DA52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956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B92124-F749-B8D1-6E4A-DADBA9B6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892FE9-845C-78FF-B409-7BFF2579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B96239-14AD-24ED-0A96-E48F2BD3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337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0FDB0-852E-8930-5298-A6982373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49E1C0-34AE-7271-A297-A6D0126E7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779136-0313-C8A4-3354-40FA64BFC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94ECB1-3CC5-8FC2-0AEE-BBFAB91D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60BE32-2C16-00EC-D843-72323030C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14484C-B986-B123-9BE4-8FC69619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84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BE38B-03A7-F5A4-B4A5-66E4F7F3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0B13D4-0179-6C3E-A372-D7CE56F67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4B75C1-AF28-C6C3-60A0-5BE770E59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37C91E-F3AC-A6C8-C069-4C3C889F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4DFB5C-2A35-AEC9-ABB6-878949F3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B2A342-A98E-5C73-B67F-9B86C2E8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160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24A03-2C96-74BD-383C-5E9683AD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BE2D94-EFB4-090A-DA6B-A7E6C12ED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4AC5A2-FA31-5290-491F-2663581B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2CB42D-778F-4890-17C6-20AF126F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2D7CB-22C8-D268-49CD-2A71A918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146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3315F9-3333-5FD2-53A6-3D8B091DA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BC9FD4-282F-5154-76F0-67ABB748B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90FCD5-A197-6D37-FA6A-B558310E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595B2-C344-019D-A2F0-77965DAD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06B57-4900-976A-E34D-F64F9FBE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4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3F4BF7-26E4-0947-4B57-2E88AF6F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6C4FDC-B5F9-A491-3A33-F5376F111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9DB04-892A-1528-252D-E52A2FB18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28760-6994-CD44-9829-B7D6AFF651E8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6429D5-5AA7-1229-090A-1491047D1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2818E-B08A-E59A-0674-B3FCCC1A9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442BD-383A-AE4F-9AD7-DE2EEC9826C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22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836160BA-2F51-E2D2-362A-194F094DD5E2}"/>
              </a:ext>
            </a:extLst>
          </p:cNvPr>
          <p:cNvGrpSpPr/>
          <p:nvPr/>
        </p:nvGrpSpPr>
        <p:grpSpPr>
          <a:xfrm>
            <a:off x="707659" y="559906"/>
            <a:ext cx="1163075" cy="2441092"/>
            <a:chOff x="494274" y="620933"/>
            <a:chExt cx="1163075" cy="2441092"/>
          </a:xfrm>
        </p:grpSpPr>
        <p:sp>
          <p:nvSpPr>
            <p:cNvPr id="112" name="立方体 111">
              <a:extLst>
                <a:ext uri="{FF2B5EF4-FFF2-40B4-BE49-F238E27FC236}">
                  <a16:creationId xmlns:a16="http://schemas.microsoft.com/office/drawing/2014/main" id="{BF505346-8C24-3151-6822-CEA859147874}"/>
                </a:ext>
              </a:extLst>
            </p:cNvPr>
            <p:cNvSpPr/>
            <p:nvPr/>
          </p:nvSpPr>
          <p:spPr>
            <a:xfrm>
              <a:off x="888999" y="620933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立方体 112">
              <a:extLst>
                <a:ext uri="{FF2B5EF4-FFF2-40B4-BE49-F238E27FC236}">
                  <a16:creationId xmlns:a16="http://schemas.microsoft.com/office/drawing/2014/main" id="{DF66EA53-771D-1333-9922-35CAF233E53D}"/>
                </a:ext>
              </a:extLst>
            </p:cNvPr>
            <p:cNvSpPr/>
            <p:nvPr/>
          </p:nvSpPr>
          <p:spPr>
            <a:xfrm>
              <a:off x="888998" y="1550600"/>
              <a:ext cx="7683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4" name="立方体 113">
              <a:extLst>
                <a:ext uri="{FF2B5EF4-FFF2-40B4-BE49-F238E27FC236}">
                  <a16:creationId xmlns:a16="http://schemas.microsoft.com/office/drawing/2014/main" id="{6F04FB6F-D5DF-4DA1-D71D-AB5C39000170}"/>
                </a:ext>
              </a:extLst>
            </p:cNvPr>
            <p:cNvSpPr/>
            <p:nvPr/>
          </p:nvSpPr>
          <p:spPr>
            <a:xfrm>
              <a:off x="888998" y="2480267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5A52264B-35CE-35C4-D634-DFB590B7F0C6}"/>
                    </a:ext>
                  </a:extLst>
                </p:cNvPr>
                <p:cNvSpPr txBox="1"/>
                <p:nvPr/>
              </p:nvSpPr>
              <p:spPr>
                <a:xfrm>
                  <a:off x="521077" y="739521"/>
                  <a:ext cx="369204" cy="3261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5A52264B-35CE-35C4-D634-DFB590B7F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77" y="739521"/>
                  <a:ext cx="369204" cy="326115"/>
                </a:xfrm>
                <a:prstGeom prst="rect">
                  <a:avLst/>
                </a:prstGeom>
                <a:blipFill>
                  <a:blip r:embed="rId5"/>
                  <a:stretch>
                    <a:fillRect l="-13333" r="-6667" b="-148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7B11A2CF-7D42-CE9D-DE7C-1922A6568D17}"/>
                    </a:ext>
                  </a:extLst>
                </p:cNvPr>
                <p:cNvSpPr txBox="1"/>
                <p:nvPr/>
              </p:nvSpPr>
              <p:spPr>
                <a:xfrm>
                  <a:off x="521077" y="1669188"/>
                  <a:ext cx="369204" cy="3247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7B11A2CF-7D42-CE9D-DE7C-1922A6568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77" y="1669188"/>
                  <a:ext cx="369204" cy="324704"/>
                </a:xfrm>
                <a:prstGeom prst="rect">
                  <a:avLst/>
                </a:prstGeom>
                <a:blipFill>
                  <a:blip r:embed="rId6"/>
                  <a:stretch>
                    <a:fillRect l="-13333" r="-6667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836B13E4-6216-AD6D-2876-7775E11BF29D}"/>
                    </a:ext>
                  </a:extLst>
                </p:cNvPr>
                <p:cNvSpPr txBox="1"/>
                <p:nvPr/>
              </p:nvSpPr>
              <p:spPr>
                <a:xfrm>
                  <a:off x="494274" y="2580098"/>
                  <a:ext cx="433324" cy="3261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836B13E4-6216-AD6D-2876-7775E11BF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274" y="2580098"/>
                  <a:ext cx="433324" cy="326115"/>
                </a:xfrm>
                <a:prstGeom prst="rect">
                  <a:avLst/>
                </a:prstGeom>
                <a:blipFill>
                  <a:blip r:embed="rId7"/>
                  <a:stretch>
                    <a:fillRect l="-11429" r="-5714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1" name="圆角矩形 230">
            <a:extLst>
              <a:ext uri="{FF2B5EF4-FFF2-40B4-BE49-F238E27FC236}">
                <a16:creationId xmlns:a16="http://schemas.microsoft.com/office/drawing/2014/main" id="{171F0687-0EE3-877E-54E7-FA5A531A4515}"/>
              </a:ext>
            </a:extLst>
          </p:cNvPr>
          <p:cNvSpPr/>
          <p:nvPr/>
        </p:nvSpPr>
        <p:spPr>
          <a:xfrm>
            <a:off x="2027634" y="1477370"/>
            <a:ext cx="768351" cy="606165"/>
          </a:xfrm>
          <a:prstGeom prst="roundRect">
            <a:avLst/>
          </a:prstGeom>
          <a:solidFill>
            <a:srgbClr val="F4F4F5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Haar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DWT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32" name="肘形连接符 231">
            <a:extLst>
              <a:ext uri="{FF2B5EF4-FFF2-40B4-BE49-F238E27FC236}">
                <a16:creationId xmlns:a16="http://schemas.microsoft.com/office/drawing/2014/main" id="{2D4FB1E6-EC67-1E0C-DBFD-3C81BCACF576}"/>
              </a:ext>
            </a:extLst>
          </p:cNvPr>
          <p:cNvCxnSpPr>
            <a:cxnSpLocks/>
            <a:stCxn id="112" idx="5"/>
            <a:endCxn id="231" idx="0"/>
          </p:cNvCxnSpPr>
          <p:nvPr/>
        </p:nvCxnSpPr>
        <p:spPr>
          <a:xfrm>
            <a:off x="1856935" y="836235"/>
            <a:ext cx="554875" cy="641135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3" name="肘形连接符 232">
            <a:extLst>
              <a:ext uri="{FF2B5EF4-FFF2-40B4-BE49-F238E27FC236}">
                <a16:creationId xmlns:a16="http://schemas.microsoft.com/office/drawing/2014/main" id="{2ECF08A7-102E-894D-07BF-97C45A149D5B}"/>
              </a:ext>
            </a:extLst>
          </p:cNvPr>
          <p:cNvCxnSpPr>
            <a:cxnSpLocks/>
            <a:stCxn id="114" idx="5"/>
            <a:endCxn id="231" idx="2"/>
          </p:cNvCxnSpPr>
          <p:nvPr/>
        </p:nvCxnSpPr>
        <p:spPr>
          <a:xfrm flipV="1">
            <a:off x="1856934" y="2083535"/>
            <a:ext cx="554876" cy="612034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6E9DBD2F-0D3D-501A-3A8B-F1A30B22EADB}"/>
              </a:ext>
            </a:extLst>
          </p:cNvPr>
          <p:cNvCxnSpPr>
            <a:cxnSpLocks/>
          </p:cNvCxnSpPr>
          <p:nvPr/>
        </p:nvCxnSpPr>
        <p:spPr>
          <a:xfrm>
            <a:off x="1843134" y="1777255"/>
            <a:ext cx="1845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AB63BD81-5173-63D9-8F22-25CC38683447}"/>
              </a:ext>
            </a:extLst>
          </p:cNvPr>
          <p:cNvCxnSpPr>
            <a:cxnSpLocks/>
            <a:stCxn id="231" idx="3"/>
            <a:endCxn id="236" idx="1"/>
          </p:cNvCxnSpPr>
          <p:nvPr/>
        </p:nvCxnSpPr>
        <p:spPr>
          <a:xfrm>
            <a:off x="2795985" y="1780453"/>
            <a:ext cx="194978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6" name="圆角矩形 235">
            <a:extLst>
              <a:ext uri="{FF2B5EF4-FFF2-40B4-BE49-F238E27FC236}">
                <a16:creationId xmlns:a16="http://schemas.microsoft.com/office/drawing/2014/main" id="{8531F49B-761C-66A6-2530-77DC849C31E1}"/>
              </a:ext>
            </a:extLst>
          </p:cNvPr>
          <p:cNvSpPr/>
          <p:nvPr/>
        </p:nvSpPr>
        <p:spPr>
          <a:xfrm>
            <a:off x="2990963" y="379057"/>
            <a:ext cx="332307" cy="2802791"/>
          </a:xfrm>
          <a:prstGeom prst="roundRect">
            <a:avLst/>
          </a:prstGeom>
          <a:solidFill>
            <a:srgbClr val="F4F4F5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Temporal Difference</a:t>
            </a:r>
          </a:p>
        </p:txBody>
      </p: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ABAF4989-6FD8-3322-5BCF-E93226A04617}"/>
              </a:ext>
            </a:extLst>
          </p:cNvPr>
          <p:cNvGrpSpPr/>
          <p:nvPr/>
        </p:nvGrpSpPr>
        <p:grpSpPr>
          <a:xfrm>
            <a:off x="3323313" y="403635"/>
            <a:ext cx="1535558" cy="581758"/>
            <a:chOff x="3323313" y="405055"/>
            <a:chExt cx="1535558" cy="581758"/>
          </a:xfrm>
        </p:grpSpPr>
        <p:sp>
          <p:nvSpPr>
            <p:cNvPr id="238" name="立方体 237">
              <a:extLst>
                <a:ext uri="{FF2B5EF4-FFF2-40B4-BE49-F238E27FC236}">
                  <a16:creationId xmlns:a16="http://schemas.microsoft.com/office/drawing/2014/main" id="{799CD757-E0C9-6F2A-D31D-2198534E480E}"/>
                </a:ext>
              </a:extLst>
            </p:cNvPr>
            <p:cNvSpPr/>
            <p:nvPr/>
          </p:nvSpPr>
          <p:spPr>
            <a:xfrm>
              <a:off x="3457477" y="405055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8"/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FACEDDFB-2A49-0AC2-DA36-7E0F54CDB8B8}"/>
                    </a:ext>
                  </a:extLst>
                </p:cNvPr>
                <p:cNvSpPr txBox="1"/>
                <p:nvPr/>
              </p:nvSpPr>
              <p:spPr>
                <a:xfrm>
                  <a:off x="4222158" y="585432"/>
                  <a:ext cx="636713" cy="237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kumimoji="1" lang="en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𝑔𝑒𝑜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4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FACEDDFB-2A49-0AC2-DA36-7E0F54CDB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158" y="585432"/>
                  <a:ext cx="636713" cy="237181"/>
                </a:xfrm>
                <a:prstGeom prst="rect">
                  <a:avLst/>
                </a:prstGeom>
                <a:blipFill>
                  <a:blip r:embed="rId9"/>
                  <a:stretch>
                    <a:fillRect l="-5882" t="-5263" r="-1961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0" name="直线箭头连接符 239">
              <a:extLst>
                <a:ext uri="{FF2B5EF4-FFF2-40B4-BE49-F238E27FC236}">
                  <a16:creationId xmlns:a16="http://schemas.microsoft.com/office/drawing/2014/main" id="{4F024B8E-08C0-E020-CE8D-F663A12A53B3}"/>
                </a:ext>
              </a:extLst>
            </p:cNvPr>
            <p:cNvCxnSpPr>
              <a:cxnSpLocks/>
            </p:cNvCxnSpPr>
            <p:nvPr/>
          </p:nvCxnSpPr>
          <p:spPr>
            <a:xfrm>
              <a:off x="3323313" y="713532"/>
              <a:ext cx="15696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D0A4A6C1-DF47-ED23-1593-26AAD0995827}"/>
              </a:ext>
            </a:extLst>
          </p:cNvPr>
          <p:cNvGrpSpPr/>
          <p:nvPr/>
        </p:nvGrpSpPr>
        <p:grpSpPr>
          <a:xfrm>
            <a:off x="3319704" y="1095153"/>
            <a:ext cx="1532145" cy="581758"/>
            <a:chOff x="3319704" y="1058393"/>
            <a:chExt cx="1532145" cy="581758"/>
          </a:xfrm>
        </p:grpSpPr>
        <p:sp>
          <p:nvSpPr>
            <p:cNvPr id="242" name="立方体 241">
              <a:extLst>
                <a:ext uri="{FF2B5EF4-FFF2-40B4-BE49-F238E27FC236}">
                  <a16:creationId xmlns:a16="http://schemas.microsoft.com/office/drawing/2014/main" id="{A200FE7A-BA0E-B736-3D63-C8BB0A1EFB63}"/>
                </a:ext>
              </a:extLst>
            </p:cNvPr>
            <p:cNvSpPr/>
            <p:nvPr/>
          </p:nvSpPr>
          <p:spPr>
            <a:xfrm>
              <a:off x="3457476" y="1058393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10"/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91ECB4C5-C5D8-42D9-F8EF-2D10227307D6}"/>
                    </a:ext>
                  </a:extLst>
                </p:cNvPr>
                <p:cNvSpPr txBox="1"/>
                <p:nvPr/>
              </p:nvSpPr>
              <p:spPr>
                <a:xfrm>
                  <a:off x="4229179" y="1259677"/>
                  <a:ext cx="622670" cy="237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kumimoji="1" lang="en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𝐻</m:t>
                        </m:r>
                        <m:sSubSup>
                          <m:sSubSupPr>
                            <m:ctrlP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𝑔𝑒𝑜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4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91ECB4C5-C5D8-42D9-F8EF-2D1022730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9179" y="1259677"/>
                  <a:ext cx="622670" cy="237181"/>
                </a:xfrm>
                <a:prstGeom prst="rect">
                  <a:avLst/>
                </a:prstGeom>
                <a:blipFill>
                  <a:blip r:embed="rId11"/>
                  <a:stretch>
                    <a:fillRect l="-6000" t="-5263" r="-2000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4" name="直线箭头连接符 243">
              <a:extLst>
                <a:ext uri="{FF2B5EF4-FFF2-40B4-BE49-F238E27FC236}">
                  <a16:creationId xmlns:a16="http://schemas.microsoft.com/office/drawing/2014/main" id="{7B678476-7FF3-E474-39BD-C0A46A482D3F}"/>
                </a:ext>
              </a:extLst>
            </p:cNvPr>
            <p:cNvCxnSpPr>
              <a:cxnSpLocks/>
            </p:cNvCxnSpPr>
            <p:nvPr/>
          </p:nvCxnSpPr>
          <p:spPr>
            <a:xfrm>
              <a:off x="3319704" y="1351164"/>
              <a:ext cx="15696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7EA5982E-DAD0-32B5-97BE-FF09EBFD354E}"/>
              </a:ext>
            </a:extLst>
          </p:cNvPr>
          <p:cNvGrpSpPr/>
          <p:nvPr/>
        </p:nvGrpSpPr>
        <p:grpSpPr>
          <a:xfrm>
            <a:off x="3322445" y="1786671"/>
            <a:ext cx="1554860" cy="581758"/>
            <a:chOff x="3322445" y="1711731"/>
            <a:chExt cx="1554860" cy="581758"/>
          </a:xfrm>
        </p:grpSpPr>
        <p:sp>
          <p:nvSpPr>
            <p:cNvPr id="246" name="立方体 245">
              <a:extLst>
                <a:ext uri="{FF2B5EF4-FFF2-40B4-BE49-F238E27FC236}">
                  <a16:creationId xmlns:a16="http://schemas.microsoft.com/office/drawing/2014/main" id="{3F07017E-06ED-07C2-7727-D6C98CC396A8}"/>
                </a:ext>
              </a:extLst>
            </p:cNvPr>
            <p:cNvSpPr/>
            <p:nvPr/>
          </p:nvSpPr>
          <p:spPr>
            <a:xfrm>
              <a:off x="3457476" y="1711731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12"/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A8CBB9F1-2C47-452D-C304-9DD5A296862A}"/>
                    </a:ext>
                  </a:extLst>
                </p:cNvPr>
                <p:cNvSpPr txBox="1"/>
                <p:nvPr/>
              </p:nvSpPr>
              <p:spPr>
                <a:xfrm>
                  <a:off x="4203723" y="1888367"/>
                  <a:ext cx="673582" cy="237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kumimoji="1" lang="en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𝐻</m:t>
                        </m:r>
                        <m:sSubSup>
                          <m:sSubSupPr>
                            <m:ctrlP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𝑔𝑒𝑜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4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A8CBB9F1-2C47-452D-C304-9DD5A2968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3723" y="1888367"/>
                  <a:ext cx="673582" cy="237181"/>
                </a:xfrm>
                <a:prstGeom prst="rect">
                  <a:avLst/>
                </a:prstGeom>
                <a:blipFill>
                  <a:blip r:embed="rId13"/>
                  <a:stretch>
                    <a:fillRect l="-7547" r="-1887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8" name="直线箭头连接符 247">
              <a:extLst>
                <a:ext uri="{FF2B5EF4-FFF2-40B4-BE49-F238E27FC236}">
                  <a16:creationId xmlns:a16="http://schemas.microsoft.com/office/drawing/2014/main" id="{972A159E-3849-B50C-5AD4-86A34ADEC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2445" y="2060041"/>
              <a:ext cx="156961" cy="2502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EE6A1547-59CD-E423-EEC4-CCBA10443BF3}"/>
              </a:ext>
            </a:extLst>
          </p:cNvPr>
          <p:cNvGrpSpPr/>
          <p:nvPr/>
        </p:nvGrpSpPr>
        <p:grpSpPr>
          <a:xfrm>
            <a:off x="3322445" y="2478190"/>
            <a:ext cx="1517703" cy="581758"/>
            <a:chOff x="3322445" y="2479610"/>
            <a:chExt cx="1517703" cy="581758"/>
          </a:xfrm>
        </p:grpSpPr>
        <p:sp>
          <p:nvSpPr>
            <p:cNvPr id="250" name="立方体 249">
              <a:extLst>
                <a:ext uri="{FF2B5EF4-FFF2-40B4-BE49-F238E27FC236}">
                  <a16:creationId xmlns:a16="http://schemas.microsoft.com/office/drawing/2014/main" id="{8A8E524C-3BB9-3DDF-5715-81ABBF9FBFC4}"/>
                </a:ext>
              </a:extLst>
            </p:cNvPr>
            <p:cNvSpPr/>
            <p:nvPr/>
          </p:nvSpPr>
          <p:spPr>
            <a:xfrm>
              <a:off x="3457476" y="2479610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14"/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3AD4B284-A667-6366-A049-70CD44216983}"/>
                    </a:ext>
                  </a:extLst>
                </p:cNvPr>
                <p:cNvSpPr txBox="1"/>
                <p:nvPr/>
              </p:nvSpPr>
              <p:spPr>
                <a:xfrm>
                  <a:off x="4240881" y="2657669"/>
                  <a:ext cx="599267" cy="225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kumimoji="1" lang="en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3AD4B284-A667-6366-A049-70CD44216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0881" y="2657669"/>
                  <a:ext cx="599267" cy="225639"/>
                </a:xfrm>
                <a:prstGeom prst="rect">
                  <a:avLst/>
                </a:prstGeom>
                <a:blipFill>
                  <a:blip r:embed="rId15"/>
                  <a:stretch>
                    <a:fillRect l="-8333" t="-5263" r="-2083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2" name="直线箭头连接符 251">
              <a:extLst>
                <a:ext uri="{FF2B5EF4-FFF2-40B4-BE49-F238E27FC236}">
                  <a16:creationId xmlns:a16="http://schemas.microsoft.com/office/drawing/2014/main" id="{02F74890-723E-F52D-2B3E-6C4D0F446920}"/>
                </a:ext>
              </a:extLst>
            </p:cNvPr>
            <p:cNvCxnSpPr>
              <a:cxnSpLocks/>
            </p:cNvCxnSpPr>
            <p:nvPr/>
          </p:nvCxnSpPr>
          <p:spPr>
            <a:xfrm>
              <a:off x="3322445" y="2781547"/>
              <a:ext cx="15696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53" name="圆角矩形 252">
            <a:extLst>
              <a:ext uri="{FF2B5EF4-FFF2-40B4-BE49-F238E27FC236}">
                <a16:creationId xmlns:a16="http://schemas.microsoft.com/office/drawing/2014/main" id="{EE2492CB-FCBE-1417-9405-E8EC71E65EF0}"/>
              </a:ext>
            </a:extLst>
          </p:cNvPr>
          <p:cNvSpPr/>
          <p:nvPr/>
        </p:nvSpPr>
        <p:spPr>
          <a:xfrm>
            <a:off x="262890" y="59016"/>
            <a:ext cx="11681460" cy="3327697"/>
          </a:xfrm>
          <a:prstGeom prst="round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54" name="肘形连接符 253">
            <a:extLst>
              <a:ext uri="{FF2B5EF4-FFF2-40B4-BE49-F238E27FC236}">
                <a16:creationId xmlns:a16="http://schemas.microsoft.com/office/drawing/2014/main" id="{D0B579AB-0FC8-CB40-F661-EB2042ADCDA4}"/>
              </a:ext>
            </a:extLst>
          </p:cNvPr>
          <p:cNvCxnSpPr>
            <a:cxnSpLocks/>
            <a:stCxn id="262" idx="5"/>
            <a:endCxn id="256" idx="1"/>
          </p:cNvCxnSpPr>
          <p:nvPr/>
        </p:nvCxnSpPr>
        <p:spPr>
          <a:xfrm>
            <a:off x="9353843" y="1174298"/>
            <a:ext cx="711437" cy="91228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5" name="肘形连接符 254">
            <a:extLst>
              <a:ext uri="{FF2B5EF4-FFF2-40B4-BE49-F238E27FC236}">
                <a16:creationId xmlns:a16="http://schemas.microsoft.com/office/drawing/2014/main" id="{427DEF5C-96C8-7C5F-003A-F889ED9E4FA7}"/>
              </a:ext>
            </a:extLst>
          </p:cNvPr>
          <p:cNvCxnSpPr>
            <a:cxnSpLocks/>
            <a:stCxn id="268" idx="5"/>
            <a:endCxn id="256" idx="1"/>
          </p:cNvCxnSpPr>
          <p:nvPr/>
        </p:nvCxnSpPr>
        <p:spPr>
          <a:xfrm flipV="1">
            <a:off x="9353843" y="2086586"/>
            <a:ext cx="711437" cy="65084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6" name="圆角矩形 255">
            <a:extLst>
              <a:ext uri="{FF2B5EF4-FFF2-40B4-BE49-F238E27FC236}">
                <a16:creationId xmlns:a16="http://schemas.microsoft.com/office/drawing/2014/main" id="{AD9EA89D-D052-6BD6-2246-8A9D727BD411}"/>
              </a:ext>
            </a:extLst>
          </p:cNvPr>
          <p:cNvSpPr/>
          <p:nvPr/>
        </p:nvSpPr>
        <p:spPr>
          <a:xfrm>
            <a:off x="10065280" y="1217193"/>
            <a:ext cx="368866" cy="1738786"/>
          </a:xfrm>
          <a:prstGeom prst="roundRect">
            <a:avLst/>
          </a:prstGeom>
          <a:solidFill>
            <a:srgbClr val="FFF1D6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Max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Fusion</a:t>
            </a:r>
          </a:p>
        </p:txBody>
      </p:sp>
      <p:cxnSp>
        <p:nvCxnSpPr>
          <p:cNvPr id="257" name="直线箭头连接符 256">
            <a:extLst>
              <a:ext uri="{FF2B5EF4-FFF2-40B4-BE49-F238E27FC236}">
                <a16:creationId xmlns:a16="http://schemas.microsoft.com/office/drawing/2014/main" id="{DD9C65CB-07B0-222C-C741-1803C6D7E8C5}"/>
              </a:ext>
            </a:extLst>
          </p:cNvPr>
          <p:cNvCxnSpPr>
            <a:cxnSpLocks/>
            <a:stCxn id="256" idx="3"/>
            <a:endCxn id="259" idx="2"/>
          </p:cNvCxnSpPr>
          <p:nvPr/>
        </p:nvCxnSpPr>
        <p:spPr>
          <a:xfrm flipV="1">
            <a:off x="10434146" y="2085807"/>
            <a:ext cx="308867" cy="77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58" name="组合 257">
            <a:extLst>
              <a:ext uri="{FF2B5EF4-FFF2-40B4-BE49-F238E27FC236}">
                <a16:creationId xmlns:a16="http://schemas.microsoft.com/office/drawing/2014/main" id="{A4671892-5D85-ED42-D666-D5C43581E525}"/>
              </a:ext>
            </a:extLst>
          </p:cNvPr>
          <p:cNvGrpSpPr/>
          <p:nvPr/>
        </p:nvGrpSpPr>
        <p:grpSpPr>
          <a:xfrm>
            <a:off x="10661637" y="1415027"/>
            <a:ext cx="917302" cy="947109"/>
            <a:chOff x="10328496" y="1578088"/>
            <a:chExt cx="917302" cy="947109"/>
          </a:xfrm>
        </p:grpSpPr>
        <p:sp>
          <p:nvSpPr>
            <p:cNvPr id="259" name="立方体 258">
              <a:extLst>
                <a:ext uri="{FF2B5EF4-FFF2-40B4-BE49-F238E27FC236}">
                  <a16:creationId xmlns:a16="http://schemas.microsoft.com/office/drawing/2014/main" id="{854B68F2-8FE3-58AB-2F46-657900A47DE1}"/>
                </a:ext>
              </a:extLst>
            </p:cNvPr>
            <p:cNvSpPr/>
            <p:nvPr/>
          </p:nvSpPr>
          <p:spPr>
            <a:xfrm>
              <a:off x="10409872" y="1943439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16"/>
              <a:srcRect/>
              <a:stretch>
                <a:fillRect/>
              </a:stretch>
            </a:blip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4BDFB6CB-4544-036F-3AEE-D49BDA3C2004}"/>
                    </a:ext>
                  </a:extLst>
                </p:cNvPr>
                <p:cNvSpPr txBox="1"/>
                <p:nvPr/>
              </p:nvSpPr>
              <p:spPr>
                <a:xfrm>
                  <a:off x="10328496" y="1578088"/>
                  <a:ext cx="917302" cy="2860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𝑤𝑎𝑣𝑒𝑙𝑒𝑡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4BDFB6CB-4544-036F-3AEE-D49BDA3C20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496" y="1578088"/>
                  <a:ext cx="917302" cy="286040"/>
                </a:xfrm>
                <a:prstGeom prst="rect">
                  <a:avLst/>
                </a:prstGeom>
                <a:blipFill>
                  <a:blip r:embed="rId17"/>
                  <a:stretch>
                    <a:fillRect l="-2740" t="-4348" r="-1370"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1" name="圆角矩形 260">
            <a:extLst>
              <a:ext uri="{FF2B5EF4-FFF2-40B4-BE49-F238E27FC236}">
                <a16:creationId xmlns:a16="http://schemas.microsoft.com/office/drawing/2014/main" id="{FF08A453-A02B-0679-522B-45DE2AB79B0C}"/>
              </a:ext>
            </a:extLst>
          </p:cNvPr>
          <p:cNvSpPr/>
          <p:nvPr/>
        </p:nvSpPr>
        <p:spPr>
          <a:xfrm>
            <a:off x="5148380" y="659753"/>
            <a:ext cx="2479751" cy="1089033"/>
          </a:xfrm>
          <a:prstGeom prst="roundRect">
            <a:avLst/>
          </a:prstGeom>
          <a:solidFill>
            <a:srgbClr val="F6D1B3"/>
          </a:solidFill>
          <a:ln w="12700" cap="flat" cmpd="sng" algn="ctr">
            <a:solidFill>
              <a:srgbClr val="E87522"/>
            </a:solidFill>
            <a:prstDash val="solid"/>
            <a:miter lim="800000"/>
          </a:ln>
          <a:effectLst>
            <a:outerShdw blurRad="101600" dist="50800" dir="5400000" algn="ctr" rotWithShape="0">
              <a:srgbClr val="EE822F">
                <a:alpha val="6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Local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High-Frequency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Mask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Module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(LHFM)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2" name="立方体 261">
            <a:extLst>
              <a:ext uri="{FF2B5EF4-FFF2-40B4-BE49-F238E27FC236}">
                <a16:creationId xmlns:a16="http://schemas.microsoft.com/office/drawing/2014/main" id="{23DACA88-FA3B-4BB9-3C05-992DCAED6502}"/>
              </a:ext>
            </a:extLst>
          </p:cNvPr>
          <p:cNvSpPr/>
          <p:nvPr/>
        </p:nvSpPr>
        <p:spPr>
          <a:xfrm>
            <a:off x="8599292" y="897969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18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3" name="直线箭头连接符 262">
            <a:extLst>
              <a:ext uri="{FF2B5EF4-FFF2-40B4-BE49-F238E27FC236}">
                <a16:creationId xmlns:a16="http://schemas.microsoft.com/office/drawing/2014/main" id="{4CD31FC1-1C66-847A-D2DC-85A6D5D41575}"/>
              </a:ext>
            </a:extLst>
          </p:cNvPr>
          <p:cNvCxnSpPr>
            <a:cxnSpLocks/>
            <a:stCxn id="261" idx="3"/>
            <a:endCxn id="265" idx="1"/>
          </p:cNvCxnSpPr>
          <p:nvPr/>
        </p:nvCxnSpPr>
        <p:spPr>
          <a:xfrm flipV="1">
            <a:off x="7628131" y="1201467"/>
            <a:ext cx="298380" cy="280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FE04C1DF-8EE6-E0DF-80DF-308B7BCCA9DB}"/>
                  </a:ext>
                </a:extLst>
              </p:cNvPr>
              <p:cNvSpPr txBox="1"/>
              <p:nvPr/>
            </p:nvSpPr>
            <p:spPr>
              <a:xfrm>
                <a:off x="8599292" y="579252"/>
                <a:ext cx="673326" cy="286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𝑙𝑜𝑐𝑎𝑙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FE04C1DF-8EE6-E0DF-80DF-308B7BCCA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292" y="579252"/>
                <a:ext cx="673326" cy="286040"/>
              </a:xfrm>
              <a:prstGeom prst="rect">
                <a:avLst/>
              </a:prstGeom>
              <a:blipFill>
                <a:blip r:embed="rId19"/>
                <a:stretch>
                  <a:fillRect l="-5556" r="-1852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" name="圆角矩形 264">
            <a:extLst>
              <a:ext uri="{FF2B5EF4-FFF2-40B4-BE49-F238E27FC236}">
                <a16:creationId xmlns:a16="http://schemas.microsoft.com/office/drawing/2014/main" id="{BBAFB342-120C-80CB-987A-5361F124791D}"/>
              </a:ext>
            </a:extLst>
          </p:cNvPr>
          <p:cNvSpPr/>
          <p:nvPr/>
        </p:nvSpPr>
        <p:spPr>
          <a:xfrm>
            <a:off x="7926511" y="658930"/>
            <a:ext cx="316551" cy="1085073"/>
          </a:xfrm>
          <a:prstGeom prst="roundRect">
            <a:avLst/>
          </a:prstGeom>
          <a:solidFill>
            <a:srgbClr val="F4F4F5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Upsample</a:t>
            </a:r>
          </a:p>
        </p:txBody>
      </p:sp>
      <p:cxnSp>
        <p:nvCxnSpPr>
          <p:cNvPr id="266" name="直线箭头连接符 265">
            <a:extLst>
              <a:ext uri="{FF2B5EF4-FFF2-40B4-BE49-F238E27FC236}">
                <a16:creationId xmlns:a16="http://schemas.microsoft.com/office/drawing/2014/main" id="{899657F8-90FA-A4E6-0A01-8687F19F54F0}"/>
              </a:ext>
            </a:extLst>
          </p:cNvPr>
          <p:cNvCxnSpPr>
            <a:cxnSpLocks/>
            <a:stCxn id="265" idx="3"/>
            <a:endCxn id="262" idx="2"/>
          </p:cNvCxnSpPr>
          <p:nvPr/>
        </p:nvCxnSpPr>
        <p:spPr>
          <a:xfrm>
            <a:off x="8243062" y="1201467"/>
            <a:ext cx="356230" cy="193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7" name="圆角矩形 266">
            <a:extLst>
              <a:ext uri="{FF2B5EF4-FFF2-40B4-BE49-F238E27FC236}">
                <a16:creationId xmlns:a16="http://schemas.microsoft.com/office/drawing/2014/main" id="{D5F57B12-3719-8848-7D1E-457617C53A2D}"/>
              </a:ext>
            </a:extLst>
          </p:cNvPr>
          <p:cNvSpPr/>
          <p:nvPr/>
        </p:nvSpPr>
        <p:spPr>
          <a:xfrm>
            <a:off x="5136226" y="2329449"/>
            <a:ext cx="2479751" cy="877628"/>
          </a:xfrm>
          <a:prstGeom prst="roundRect">
            <a:avLst/>
          </a:prstGeom>
          <a:solidFill>
            <a:srgbClr val="FBE7A2"/>
          </a:solidFill>
          <a:ln w="12700" cap="flat" cmpd="sng" algn="ctr">
            <a:solidFill>
              <a:srgbClr val="E0A21A"/>
            </a:solidFill>
            <a:prstDash val="solid"/>
            <a:miter lim="800000"/>
          </a:ln>
          <a:effectLst>
            <a:outerShdw blurRad="101600" dist="50800" dir="5400000" algn="ctr" rotWithShape="0">
              <a:srgbClr val="EE822F">
                <a:alpha val="6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Global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Flicker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Mask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Module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(GFM)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8" name="立方体 267">
            <a:extLst>
              <a:ext uri="{FF2B5EF4-FFF2-40B4-BE49-F238E27FC236}">
                <a16:creationId xmlns:a16="http://schemas.microsoft.com/office/drawing/2014/main" id="{D2DCEF61-EA02-3CE4-4F1E-BAD787FD1178}"/>
              </a:ext>
            </a:extLst>
          </p:cNvPr>
          <p:cNvSpPr/>
          <p:nvPr/>
        </p:nvSpPr>
        <p:spPr>
          <a:xfrm>
            <a:off x="8599292" y="2461103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16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3B80A777-B33B-FC15-6659-E79C6610502C}"/>
              </a:ext>
            </a:extLst>
          </p:cNvPr>
          <p:cNvCxnSpPr>
            <a:cxnSpLocks/>
            <a:stCxn id="267" idx="3"/>
            <a:endCxn id="271" idx="1"/>
          </p:cNvCxnSpPr>
          <p:nvPr/>
        </p:nvCxnSpPr>
        <p:spPr>
          <a:xfrm flipV="1">
            <a:off x="7615977" y="2766926"/>
            <a:ext cx="290484" cy="133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B18EEA3B-B3FB-64B9-56EC-3D34590B1AB8}"/>
                  </a:ext>
                </a:extLst>
              </p:cNvPr>
              <p:cNvSpPr txBox="1"/>
              <p:nvPr/>
            </p:nvSpPr>
            <p:spPr>
              <a:xfrm>
                <a:off x="8599292" y="2098381"/>
                <a:ext cx="858953" cy="3367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𝑓𝑙𝑖𝑐𝑘𝑒𝑟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B18EEA3B-B3FB-64B9-56EC-3D34590B1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292" y="2098381"/>
                <a:ext cx="858953" cy="336759"/>
              </a:xfrm>
              <a:prstGeom prst="rect">
                <a:avLst/>
              </a:prstGeom>
              <a:blipFill>
                <a:blip r:embed="rId20"/>
                <a:stretch>
                  <a:fillRect l="-4412" t="-3704" r="-4412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" name="圆角矩形 270">
            <a:extLst>
              <a:ext uri="{FF2B5EF4-FFF2-40B4-BE49-F238E27FC236}">
                <a16:creationId xmlns:a16="http://schemas.microsoft.com/office/drawing/2014/main" id="{039BC7E0-4C83-9B3E-2E09-246B770FE19B}"/>
              </a:ext>
            </a:extLst>
          </p:cNvPr>
          <p:cNvSpPr/>
          <p:nvPr/>
        </p:nvSpPr>
        <p:spPr>
          <a:xfrm>
            <a:off x="7906461" y="2224389"/>
            <a:ext cx="316551" cy="1085073"/>
          </a:xfrm>
          <a:prstGeom prst="roundRect">
            <a:avLst/>
          </a:prstGeom>
          <a:solidFill>
            <a:srgbClr val="F4F4F5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Upsample</a:t>
            </a:r>
          </a:p>
        </p:txBody>
      </p:sp>
      <p:cxnSp>
        <p:nvCxnSpPr>
          <p:cNvPr id="272" name="直线箭头连接符 271">
            <a:extLst>
              <a:ext uri="{FF2B5EF4-FFF2-40B4-BE49-F238E27FC236}">
                <a16:creationId xmlns:a16="http://schemas.microsoft.com/office/drawing/2014/main" id="{261F67D1-2DC8-AC47-9128-73537B6E1F10}"/>
              </a:ext>
            </a:extLst>
          </p:cNvPr>
          <p:cNvCxnSpPr>
            <a:cxnSpLocks/>
            <a:stCxn id="271" idx="3"/>
            <a:endCxn id="268" idx="2"/>
          </p:cNvCxnSpPr>
          <p:nvPr/>
        </p:nvCxnSpPr>
        <p:spPr>
          <a:xfrm flipV="1">
            <a:off x="8223012" y="2766532"/>
            <a:ext cx="376280" cy="394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3" name="文本框 272">
            <a:extLst>
              <a:ext uri="{FF2B5EF4-FFF2-40B4-BE49-F238E27FC236}">
                <a16:creationId xmlns:a16="http://schemas.microsoft.com/office/drawing/2014/main" id="{DEAA36DE-7861-C9E3-45E8-DE14FEDC3788}"/>
              </a:ext>
            </a:extLst>
          </p:cNvPr>
          <p:cNvSpPr txBox="1"/>
          <p:nvPr/>
        </p:nvSpPr>
        <p:spPr>
          <a:xfrm>
            <a:off x="3980867" y="61079"/>
            <a:ext cx="423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>
                <a:solidFill>
                  <a:prstClr val="black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Phase 1: Wavelet Mask Pre-computation</a:t>
            </a:r>
            <a:endParaRPr kumimoji="1" lang="zh-CN" altLang="en-US">
              <a:solidFill>
                <a:prstClr val="black"/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74" name="肘形连接符 273">
            <a:extLst>
              <a:ext uri="{FF2B5EF4-FFF2-40B4-BE49-F238E27FC236}">
                <a16:creationId xmlns:a16="http://schemas.microsoft.com/office/drawing/2014/main" id="{ED5DE75A-B3DF-C773-6070-AF4A95EE838C}"/>
              </a:ext>
            </a:extLst>
          </p:cNvPr>
          <p:cNvCxnSpPr>
            <a:cxnSpLocks/>
            <a:stCxn id="239" idx="3"/>
            <a:endCxn id="261" idx="1"/>
          </p:cNvCxnSpPr>
          <p:nvPr/>
        </p:nvCxnSpPr>
        <p:spPr>
          <a:xfrm>
            <a:off x="4858871" y="702603"/>
            <a:ext cx="289509" cy="501667"/>
          </a:xfrm>
          <a:prstGeom prst="bentConnector3">
            <a:avLst>
              <a:gd name="adj1" fmla="val 48904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5" name="肘形连接符 274">
            <a:extLst>
              <a:ext uri="{FF2B5EF4-FFF2-40B4-BE49-F238E27FC236}">
                <a16:creationId xmlns:a16="http://schemas.microsoft.com/office/drawing/2014/main" id="{2E534CBF-3BAB-BCD3-5272-24B26D637D2F}"/>
              </a:ext>
            </a:extLst>
          </p:cNvPr>
          <p:cNvCxnSpPr>
            <a:cxnSpLocks/>
            <a:stCxn id="243" idx="3"/>
            <a:endCxn id="261" idx="1"/>
          </p:cNvCxnSpPr>
          <p:nvPr/>
        </p:nvCxnSpPr>
        <p:spPr>
          <a:xfrm flipV="1">
            <a:off x="4851849" y="1204270"/>
            <a:ext cx="296531" cy="21075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6" name="肘形连接符 275">
            <a:extLst>
              <a:ext uri="{FF2B5EF4-FFF2-40B4-BE49-F238E27FC236}">
                <a16:creationId xmlns:a16="http://schemas.microsoft.com/office/drawing/2014/main" id="{CDF91004-F50D-77A3-B30E-84790521A1CD}"/>
              </a:ext>
            </a:extLst>
          </p:cNvPr>
          <p:cNvCxnSpPr>
            <a:cxnSpLocks/>
            <a:stCxn id="247" idx="3"/>
            <a:endCxn id="261" idx="1"/>
          </p:cNvCxnSpPr>
          <p:nvPr/>
        </p:nvCxnSpPr>
        <p:spPr>
          <a:xfrm flipV="1">
            <a:off x="4877305" y="1204270"/>
            <a:ext cx="271075" cy="877628"/>
          </a:xfrm>
          <a:prstGeom prst="bentConnector3">
            <a:avLst>
              <a:gd name="adj1" fmla="val 45315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88C67706-A3BE-02C2-468B-D7CE6BE21D53}"/>
              </a:ext>
            </a:extLst>
          </p:cNvPr>
          <p:cNvCxnSpPr>
            <a:cxnSpLocks/>
            <a:stCxn id="251" idx="3"/>
            <a:endCxn id="267" idx="1"/>
          </p:cNvCxnSpPr>
          <p:nvPr/>
        </p:nvCxnSpPr>
        <p:spPr>
          <a:xfrm flipV="1">
            <a:off x="4840148" y="2768263"/>
            <a:ext cx="296078" cy="80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6193901D-2075-2677-8511-53DFF3B37DB2}"/>
              </a:ext>
            </a:extLst>
          </p:cNvPr>
          <p:cNvGrpSpPr/>
          <p:nvPr/>
        </p:nvGrpSpPr>
        <p:grpSpPr>
          <a:xfrm>
            <a:off x="748261" y="3997375"/>
            <a:ext cx="1122473" cy="581758"/>
            <a:chOff x="734462" y="3997375"/>
            <a:chExt cx="1122473" cy="581758"/>
          </a:xfrm>
        </p:grpSpPr>
        <p:sp>
          <p:nvSpPr>
            <p:cNvPr id="279" name="立方体 278">
              <a:extLst>
                <a:ext uri="{FF2B5EF4-FFF2-40B4-BE49-F238E27FC236}">
                  <a16:creationId xmlns:a16="http://schemas.microsoft.com/office/drawing/2014/main" id="{936E9D87-257D-A08F-424B-6B75AD76A4F9}"/>
                </a:ext>
              </a:extLst>
            </p:cNvPr>
            <p:cNvSpPr/>
            <p:nvPr/>
          </p:nvSpPr>
          <p:spPr>
            <a:xfrm>
              <a:off x="1102384" y="3997375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3632A440-7073-F928-0B16-59E4447C8662}"/>
                    </a:ext>
                  </a:extLst>
                </p:cNvPr>
                <p:cNvSpPr txBox="1"/>
                <p:nvPr/>
              </p:nvSpPr>
              <p:spPr>
                <a:xfrm>
                  <a:off x="734462" y="4115963"/>
                  <a:ext cx="369204" cy="3261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3632A440-7073-F928-0B16-59E4447C8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62" y="4115963"/>
                  <a:ext cx="369204" cy="326115"/>
                </a:xfrm>
                <a:prstGeom prst="rect">
                  <a:avLst/>
                </a:prstGeom>
                <a:blipFill>
                  <a:blip r:embed="rId21"/>
                  <a:stretch>
                    <a:fillRect l="-17241" r="-6897"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501DAB9A-F87A-7A41-70C8-5F7067E56F35}"/>
              </a:ext>
            </a:extLst>
          </p:cNvPr>
          <p:cNvGrpSpPr/>
          <p:nvPr/>
        </p:nvGrpSpPr>
        <p:grpSpPr>
          <a:xfrm>
            <a:off x="734462" y="4927042"/>
            <a:ext cx="1136272" cy="581758"/>
            <a:chOff x="734462" y="4927042"/>
            <a:chExt cx="1136272" cy="581758"/>
          </a:xfrm>
        </p:grpSpPr>
        <p:sp>
          <p:nvSpPr>
            <p:cNvPr id="282" name="立方体 281">
              <a:extLst>
                <a:ext uri="{FF2B5EF4-FFF2-40B4-BE49-F238E27FC236}">
                  <a16:creationId xmlns:a16="http://schemas.microsoft.com/office/drawing/2014/main" id="{20A1590B-4275-A453-0C78-DE6524D0CF20}"/>
                </a:ext>
              </a:extLst>
            </p:cNvPr>
            <p:cNvSpPr/>
            <p:nvPr/>
          </p:nvSpPr>
          <p:spPr>
            <a:xfrm>
              <a:off x="1102383" y="4927042"/>
              <a:ext cx="7683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A3C4BB67-DE4C-3A4B-8A3D-375E184E5638}"/>
                    </a:ext>
                  </a:extLst>
                </p:cNvPr>
                <p:cNvSpPr txBox="1"/>
                <p:nvPr/>
              </p:nvSpPr>
              <p:spPr>
                <a:xfrm>
                  <a:off x="734462" y="5045630"/>
                  <a:ext cx="369204" cy="3247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A3C4BB67-DE4C-3A4B-8A3D-375E184E5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62" y="5045630"/>
                  <a:ext cx="369204" cy="324704"/>
                </a:xfrm>
                <a:prstGeom prst="rect">
                  <a:avLst/>
                </a:prstGeom>
                <a:blipFill>
                  <a:blip r:embed="rId22"/>
                  <a:stretch>
                    <a:fillRect l="-13333" r="-6667"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C9784147-BD8A-CCC6-602D-C7B68F6C1862}"/>
              </a:ext>
            </a:extLst>
          </p:cNvPr>
          <p:cNvGrpSpPr/>
          <p:nvPr/>
        </p:nvGrpSpPr>
        <p:grpSpPr>
          <a:xfrm>
            <a:off x="721459" y="5856709"/>
            <a:ext cx="1149275" cy="581758"/>
            <a:chOff x="707659" y="5856709"/>
            <a:chExt cx="1149275" cy="581758"/>
          </a:xfrm>
        </p:grpSpPr>
        <p:sp>
          <p:nvSpPr>
            <p:cNvPr id="285" name="立方体 284">
              <a:extLst>
                <a:ext uri="{FF2B5EF4-FFF2-40B4-BE49-F238E27FC236}">
                  <a16:creationId xmlns:a16="http://schemas.microsoft.com/office/drawing/2014/main" id="{A5DBF094-F1DB-6360-FC3E-38D39EBD41FB}"/>
                </a:ext>
              </a:extLst>
            </p:cNvPr>
            <p:cNvSpPr/>
            <p:nvPr/>
          </p:nvSpPr>
          <p:spPr>
            <a:xfrm>
              <a:off x="1102383" y="5856709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文本框 285">
                  <a:extLst>
                    <a:ext uri="{FF2B5EF4-FFF2-40B4-BE49-F238E27FC236}">
                      <a16:creationId xmlns:a16="http://schemas.microsoft.com/office/drawing/2014/main" id="{31A6E8B9-AA04-EE47-EF71-B080CB206936}"/>
                    </a:ext>
                  </a:extLst>
                </p:cNvPr>
                <p:cNvSpPr txBox="1"/>
                <p:nvPr/>
              </p:nvSpPr>
              <p:spPr>
                <a:xfrm>
                  <a:off x="707659" y="5956540"/>
                  <a:ext cx="433324" cy="3261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6" name="文本框 285">
                  <a:extLst>
                    <a:ext uri="{FF2B5EF4-FFF2-40B4-BE49-F238E27FC236}">
                      <a16:creationId xmlns:a16="http://schemas.microsoft.com/office/drawing/2014/main" id="{31A6E8B9-AA04-EE47-EF71-B080CB206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659" y="5956540"/>
                  <a:ext cx="433324" cy="326115"/>
                </a:xfrm>
                <a:prstGeom prst="rect">
                  <a:avLst/>
                </a:prstGeom>
                <a:blipFill>
                  <a:blip r:embed="rId23"/>
                  <a:stretch>
                    <a:fillRect l="-11429" r="-5714" b="-148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7" name="文本框 286">
            <a:extLst>
              <a:ext uri="{FF2B5EF4-FFF2-40B4-BE49-F238E27FC236}">
                <a16:creationId xmlns:a16="http://schemas.microsoft.com/office/drawing/2014/main" id="{DD19E306-87A3-89A9-8B7F-847C45FEBEAE}"/>
              </a:ext>
            </a:extLst>
          </p:cNvPr>
          <p:cNvSpPr txBox="1"/>
          <p:nvPr/>
        </p:nvSpPr>
        <p:spPr>
          <a:xfrm>
            <a:off x="2921309" y="3520217"/>
            <a:ext cx="634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>
                <a:solidFill>
                  <a:prstClr val="black"/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Phase 2: Bidirectional Propagation with Wavelet-Aware Gating</a:t>
            </a:r>
            <a:endParaRPr kumimoji="1" lang="zh-CN" altLang="en-US">
              <a:solidFill>
                <a:prstClr val="black"/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88" name="直线箭头连接符 287">
            <a:extLst>
              <a:ext uri="{FF2B5EF4-FFF2-40B4-BE49-F238E27FC236}">
                <a16:creationId xmlns:a16="http://schemas.microsoft.com/office/drawing/2014/main" id="{9EC7D4BC-70C5-CE86-BC83-8A2AFC430EEB}"/>
              </a:ext>
            </a:extLst>
          </p:cNvPr>
          <p:cNvCxnSpPr>
            <a:cxnSpLocks/>
            <a:stCxn id="289" idx="3"/>
            <a:endCxn id="291" idx="2"/>
          </p:cNvCxnSpPr>
          <p:nvPr/>
        </p:nvCxnSpPr>
        <p:spPr>
          <a:xfrm>
            <a:off x="3069052" y="4297562"/>
            <a:ext cx="336121" cy="22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9" name="圆角矩形 288">
            <a:extLst>
              <a:ext uri="{FF2B5EF4-FFF2-40B4-BE49-F238E27FC236}">
                <a16:creationId xmlns:a16="http://schemas.microsoft.com/office/drawing/2014/main" id="{E0B4805E-3B64-5794-FFE2-7D6235B192AF}"/>
              </a:ext>
            </a:extLst>
          </p:cNvPr>
          <p:cNvSpPr/>
          <p:nvPr/>
        </p:nvSpPr>
        <p:spPr>
          <a:xfrm>
            <a:off x="2153894" y="3994479"/>
            <a:ext cx="915158" cy="606165"/>
          </a:xfrm>
          <a:prstGeom prst="roundRect">
            <a:avLst/>
          </a:prstGeom>
          <a:solidFill>
            <a:srgbClr val="EEF5FF"/>
          </a:solidFill>
          <a:ln w="12700" cap="flat" cmpd="sng" algn="ctr">
            <a:solidFill>
              <a:srgbClr val="5B7FA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Flow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Warping</a:t>
            </a: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90" name="直线箭头连接符 289">
            <a:extLst>
              <a:ext uri="{FF2B5EF4-FFF2-40B4-BE49-F238E27FC236}">
                <a16:creationId xmlns:a16="http://schemas.microsoft.com/office/drawing/2014/main" id="{79D92882-F4A3-60A4-172B-A432B6EE6FBB}"/>
              </a:ext>
            </a:extLst>
          </p:cNvPr>
          <p:cNvCxnSpPr>
            <a:cxnSpLocks/>
            <a:endCxn id="289" idx="1"/>
          </p:cNvCxnSpPr>
          <p:nvPr/>
        </p:nvCxnSpPr>
        <p:spPr>
          <a:xfrm>
            <a:off x="1864204" y="4297562"/>
            <a:ext cx="289690" cy="0"/>
          </a:xfrm>
          <a:prstGeom prst="straightConnector1">
            <a:avLst/>
          </a:prstGeom>
          <a:solidFill>
            <a:srgbClr val="EEF5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1" name="立方体 290">
            <a:extLst>
              <a:ext uri="{FF2B5EF4-FFF2-40B4-BE49-F238E27FC236}">
                <a16:creationId xmlns:a16="http://schemas.microsoft.com/office/drawing/2014/main" id="{6656CE13-02D7-C9DF-FAA7-C163643564EC}"/>
              </a:ext>
            </a:extLst>
          </p:cNvPr>
          <p:cNvSpPr/>
          <p:nvPr/>
        </p:nvSpPr>
        <p:spPr>
          <a:xfrm>
            <a:off x="3405173" y="3992355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24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2" name="圆角矩形 291">
            <a:extLst>
              <a:ext uri="{FF2B5EF4-FFF2-40B4-BE49-F238E27FC236}">
                <a16:creationId xmlns:a16="http://schemas.microsoft.com/office/drawing/2014/main" id="{14D2C8D6-CF3E-10E4-84BA-0E47E42F0271}"/>
              </a:ext>
            </a:extLst>
          </p:cNvPr>
          <p:cNvSpPr/>
          <p:nvPr/>
        </p:nvSpPr>
        <p:spPr>
          <a:xfrm>
            <a:off x="4440795" y="3992355"/>
            <a:ext cx="1205220" cy="606165"/>
          </a:xfrm>
          <a:prstGeom prst="roundRect">
            <a:avLst/>
          </a:prstGeom>
          <a:solidFill>
            <a:srgbClr val="F2ECFA"/>
          </a:solidFill>
          <a:ln w="12700" cap="flat" cmpd="sng" algn="ctr">
            <a:solidFill>
              <a:srgbClr val="6B5CA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Pixel-wise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Mask</a:t>
            </a:r>
            <a:r>
              <a: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Fusion</a:t>
            </a: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93" name="直线箭头连接符 292">
            <a:extLst>
              <a:ext uri="{FF2B5EF4-FFF2-40B4-BE49-F238E27FC236}">
                <a16:creationId xmlns:a16="http://schemas.microsoft.com/office/drawing/2014/main" id="{0C66A668-6781-C5B8-6CFF-B94B2A798ECD}"/>
              </a:ext>
            </a:extLst>
          </p:cNvPr>
          <p:cNvCxnSpPr>
            <a:cxnSpLocks/>
            <a:endCxn id="292" idx="1"/>
          </p:cNvCxnSpPr>
          <p:nvPr/>
        </p:nvCxnSpPr>
        <p:spPr>
          <a:xfrm>
            <a:off x="4151106" y="4295438"/>
            <a:ext cx="289689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4" name="直线箭头连接符 293">
            <a:extLst>
              <a:ext uri="{FF2B5EF4-FFF2-40B4-BE49-F238E27FC236}">
                <a16:creationId xmlns:a16="http://schemas.microsoft.com/office/drawing/2014/main" id="{86C068B1-40D3-9B2F-AADD-870E10693329}"/>
              </a:ext>
            </a:extLst>
          </p:cNvPr>
          <p:cNvCxnSpPr>
            <a:cxnSpLocks/>
            <a:stCxn id="295" idx="3"/>
            <a:endCxn id="297" idx="2"/>
          </p:cNvCxnSpPr>
          <p:nvPr/>
        </p:nvCxnSpPr>
        <p:spPr>
          <a:xfrm>
            <a:off x="3069052" y="6166559"/>
            <a:ext cx="336121" cy="22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5" name="圆角矩形 294">
            <a:extLst>
              <a:ext uri="{FF2B5EF4-FFF2-40B4-BE49-F238E27FC236}">
                <a16:creationId xmlns:a16="http://schemas.microsoft.com/office/drawing/2014/main" id="{6979ECF4-6F56-0954-94F3-8EC7467A87C7}"/>
              </a:ext>
            </a:extLst>
          </p:cNvPr>
          <p:cNvSpPr/>
          <p:nvPr/>
        </p:nvSpPr>
        <p:spPr>
          <a:xfrm>
            <a:off x="2153894" y="5863476"/>
            <a:ext cx="915158" cy="606165"/>
          </a:xfrm>
          <a:prstGeom prst="roundRect">
            <a:avLst/>
          </a:prstGeom>
          <a:solidFill>
            <a:srgbClr val="EEF5FF"/>
          </a:solidFill>
          <a:ln w="12700" cap="flat" cmpd="sng" algn="ctr">
            <a:solidFill>
              <a:srgbClr val="5B7FA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Flow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Warping</a:t>
            </a: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96" name="直线箭头连接符 295">
            <a:extLst>
              <a:ext uri="{FF2B5EF4-FFF2-40B4-BE49-F238E27FC236}">
                <a16:creationId xmlns:a16="http://schemas.microsoft.com/office/drawing/2014/main" id="{5327F1EF-603A-0C74-AA28-77D70362D461}"/>
              </a:ext>
            </a:extLst>
          </p:cNvPr>
          <p:cNvCxnSpPr>
            <a:cxnSpLocks/>
            <a:endCxn id="295" idx="1"/>
          </p:cNvCxnSpPr>
          <p:nvPr/>
        </p:nvCxnSpPr>
        <p:spPr>
          <a:xfrm>
            <a:off x="1864204" y="6166559"/>
            <a:ext cx="289690" cy="0"/>
          </a:xfrm>
          <a:prstGeom prst="straightConnector1">
            <a:avLst/>
          </a:prstGeom>
          <a:solidFill>
            <a:srgbClr val="EEF5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7" name="立方体 296">
            <a:extLst>
              <a:ext uri="{FF2B5EF4-FFF2-40B4-BE49-F238E27FC236}">
                <a16:creationId xmlns:a16="http://schemas.microsoft.com/office/drawing/2014/main" id="{51862D62-1AA1-2E5C-486C-AD80D9D83F90}"/>
              </a:ext>
            </a:extLst>
          </p:cNvPr>
          <p:cNvSpPr/>
          <p:nvPr/>
        </p:nvSpPr>
        <p:spPr>
          <a:xfrm>
            <a:off x="3405173" y="5861352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25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8" name="圆角矩形 297">
            <a:extLst>
              <a:ext uri="{FF2B5EF4-FFF2-40B4-BE49-F238E27FC236}">
                <a16:creationId xmlns:a16="http://schemas.microsoft.com/office/drawing/2014/main" id="{78C408D0-92E8-8B72-7820-C4826A071EB2}"/>
              </a:ext>
            </a:extLst>
          </p:cNvPr>
          <p:cNvSpPr/>
          <p:nvPr/>
        </p:nvSpPr>
        <p:spPr>
          <a:xfrm>
            <a:off x="4440795" y="5861352"/>
            <a:ext cx="1205220" cy="606165"/>
          </a:xfrm>
          <a:prstGeom prst="roundRect">
            <a:avLst/>
          </a:prstGeom>
          <a:solidFill>
            <a:srgbClr val="F2ECFA"/>
          </a:solidFill>
          <a:ln w="12700" cap="flat" cmpd="sng" algn="ctr">
            <a:solidFill>
              <a:srgbClr val="6B5CA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Pixel-wise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Mask</a:t>
            </a:r>
            <a:r>
              <a: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Fusion</a:t>
            </a: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99" name="直线箭头连接符 298">
            <a:extLst>
              <a:ext uri="{FF2B5EF4-FFF2-40B4-BE49-F238E27FC236}">
                <a16:creationId xmlns:a16="http://schemas.microsoft.com/office/drawing/2014/main" id="{80FA8BA3-C8B5-D0C1-82BF-730A4AAAFA5F}"/>
              </a:ext>
            </a:extLst>
          </p:cNvPr>
          <p:cNvCxnSpPr>
            <a:cxnSpLocks/>
            <a:endCxn id="298" idx="1"/>
          </p:cNvCxnSpPr>
          <p:nvPr/>
        </p:nvCxnSpPr>
        <p:spPr>
          <a:xfrm>
            <a:off x="4151106" y="6164435"/>
            <a:ext cx="289689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0" name="圆角矩形 299">
            <a:extLst>
              <a:ext uri="{FF2B5EF4-FFF2-40B4-BE49-F238E27FC236}">
                <a16:creationId xmlns:a16="http://schemas.microsoft.com/office/drawing/2014/main" id="{9D99733A-1E76-A40F-CADB-A50596DC6C2A}"/>
              </a:ext>
            </a:extLst>
          </p:cNvPr>
          <p:cNvSpPr/>
          <p:nvPr/>
        </p:nvSpPr>
        <p:spPr>
          <a:xfrm>
            <a:off x="5844379" y="3992354"/>
            <a:ext cx="1277103" cy="606165"/>
          </a:xfrm>
          <a:prstGeom prst="roundRect">
            <a:avLst/>
          </a:prstGeom>
          <a:solidFill>
            <a:srgbClr val="EEF7EE"/>
          </a:solidFill>
          <a:ln w="12700" cap="flat" cmpd="sng" algn="ctr">
            <a:solidFill>
              <a:srgbClr val="4B8B4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Gated Aggregation</a:t>
            </a: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1" name="圆角矩形 300">
            <a:extLst>
              <a:ext uri="{FF2B5EF4-FFF2-40B4-BE49-F238E27FC236}">
                <a16:creationId xmlns:a16="http://schemas.microsoft.com/office/drawing/2014/main" id="{50F5E54B-5CB5-D337-A34A-E1591542DB3C}"/>
              </a:ext>
            </a:extLst>
          </p:cNvPr>
          <p:cNvSpPr/>
          <p:nvPr/>
        </p:nvSpPr>
        <p:spPr>
          <a:xfrm>
            <a:off x="7322580" y="3990102"/>
            <a:ext cx="1277103" cy="606165"/>
          </a:xfrm>
          <a:prstGeom prst="roundRect">
            <a:avLst/>
          </a:prstGeom>
          <a:solidFill>
            <a:srgbClr val="FFF7E6"/>
          </a:solidFill>
          <a:ln w="12700" cap="flat" cmpd="sng" algn="ctr">
            <a:solidFill>
              <a:srgbClr val="C9792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SwinSpatial Restoration</a:t>
            </a: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2" name="圆角矩形 301">
            <a:extLst>
              <a:ext uri="{FF2B5EF4-FFF2-40B4-BE49-F238E27FC236}">
                <a16:creationId xmlns:a16="http://schemas.microsoft.com/office/drawing/2014/main" id="{14B017A0-4C2B-3573-410D-2B4E5C92E329}"/>
              </a:ext>
            </a:extLst>
          </p:cNvPr>
          <p:cNvSpPr/>
          <p:nvPr/>
        </p:nvSpPr>
        <p:spPr>
          <a:xfrm>
            <a:off x="5840242" y="5858961"/>
            <a:ext cx="1277103" cy="606165"/>
          </a:xfrm>
          <a:prstGeom prst="roundRect">
            <a:avLst/>
          </a:prstGeom>
          <a:solidFill>
            <a:srgbClr val="EEF7EE"/>
          </a:solidFill>
          <a:ln w="12700" cap="flat" cmpd="sng" algn="ctr">
            <a:solidFill>
              <a:srgbClr val="4B8B4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Gated Aggregation</a:t>
            </a: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3" name="圆角矩形 302">
            <a:extLst>
              <a:ext uri="{FF2B5EF4-FFF2-40B4-BE49-F238E27FC236}">
                <a16:creationId xmlns:a16="http://schemas.microsoft.com/office/drawing/2014/main" id="{8A2032B5-89FB-58C0-0050-E47E470B8853}"/>
              </a:ext>
            </a:extLst>
          </p:cNvPr>
          <p:cNvSpPr/>
          <p:nvPr/>
        </p:nvSpPr>
        <p:spPr>
          <a:xfrm>
            <a:off x="7318443" y="5856709"/>
            <a:ext cx="1277103" cy="606165"/>
          </a:xfrm>
          <a:prstGeom prst="roundRect">
            <a:avLst/>
          </a:prstGeom>
          <a:solidFill>
            <a:srgbClr val="FFF7E6"/>
          </a:solidFill>
          <a:ln w="12700" cap="flat" cmpd="sng" algn="ctr">
            <a:solidFill>
              <a:srgbClr val="C9792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SwinSpatial Restoration</a:t>
            </a: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04" name="直线箭头连接符 303">
            <a:extLst>
              <a:ext uri="{FF2B5EF4-FFF2-40B4-BE49-F238E27FC236}">
                <a16:creationId xmlns:a16="http://schemas.microsoft.com/office/drawing/2014/main" id="{EDC78C51-44AF-0FFB-19FB-F089F0342A07}"/>
              </a:ext>
            </a:extLst>
          </p:cNvPr>
          <p:cNvCxnSpPr>
            <a:cxnSpLocks/>
            <a:stCxn id="292" idx="3"/>
            <a:endCxn id="300" idx="1"/>
          </p:cNvCxnSpPr>
          <p:nvPr/>
        </p:nvCxnSpPr>
        <p:spPr>
          <a:xfrm flipV="1">
            <a:off x="5646015" y="4295437"/>
            <a:ext cx="198364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5" name="直线箭头连接符 304">
            <a:extLst>
              <a:ext uri="{FF2B5EF4-FFF2-40B4-BE49-F238E27FC236}">
                <a16:creationId xmlns:a16="http://schemas.microsoft.com/office/drawing/2014/main" id="{FEAE9E58-290B-E85F-B9DC-649E6E074447}"/>
              </a:ext>
            </a:extLst>
          </p:cNvPr>
          <p:cNvCxnSpPr>
            <a:cxnSpLocks/>
            <a:stCxn id="300" idx="3"/>
            <a:endCxn id="301" idx="1"/>
          </p:cNvCxnSpPr>
          <p:nvPr/>
        </p:nvCxnSpPr>
        <p:spPr>
          <a:xfrm flipV="1">
            <a:off x="7121482" y="4293185"/>
            <a:ext cx="201098" cy="225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8BD7E767-E7FF-A071-86EF-C636211049E0}"/>
              </a:ext>
            </a:extLst>
          </p:cNvPr>
          <p:cNvCxnSpPr>
            <a:cxnSpLocks/>
            <a:stCxn id="302" idx="3"/>
            <a:endCxn id="303" idx="1"/>
          </p:cNvCxnSpPr>
          <p:nvPr/>
        </p:nvCxnSpPr>
        <p:spPr>
          <a:xfrm flipV="1">
            <a:off x="7117345" y="6159792"/>
            <a:ext cx="201098" cy="225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7" name="直线箭头连接符 306">
            <a:extLst>
              <a:ext uri="{FF2B5EF4-FFF2-40B4-BE49-F238E27FC236}">
                <a16:creationId xmlns:a16="http://schemas.microsoft.com/office/drawing/2014/main" id="{40F80D28-9D7F-8D49-16AC-ED845683BDB6}"/>
              </a:ext>
            </a:extLst>
          </p:cNvPr>
          <p:cNvCxnSpPr>
            <a:cxnSpLocks/>
            <a:stCxn id="298" idx="3"/>
            <a:endCxn id="302" idx="1"/>
          </p:cNvCxnSpPr>
          <p:nvPr/>
        </p:nvCxnSpPr>
        <p:spPr>
          <a:xfrm flipV="1">
            <a:off x="5646015" y="6162044"/>
            <a:ext cx="194227" cy="239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0A67F9BB-CFDA-82CE-A0E7-A24BB841328F}"/>
                  </a:ext>
                </a:extLst>
              </p:cNvPr>
              <p:cNvSpPr txBox="1"/>
              <p:nvPr/>
            </p:nvSpPr>
            <p:spPr>
              <a:xfrm>
                <a:off x="9309961" y="5079422"/>
                <a:ext cx="277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0A67F9BB-CFDA-82CE-A0E7-A24BB8413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961" y="5079422"/>
                <a:ext cx="277200" cy="276999"/>
              </a:xfrm>
              <a:prstGeom prst="rect">
                <a:avLst/>
              </a:prstGeom>
              <a:blipFill>
                <a:blip r:embed="rId26"/>
                <a:stretch>
                  <a:fillRect l="-20833" r="-20833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9" name="肘形连接符 308">
            <a:extLst>
              <a:ext uri="{FF2B5EF4-FFF2-40B4-BE49-F238E27FC236}">
                <a16:creationId xmlns:a16="http://schemas.microsoft.com/office/drawing/2014/main" id="{3C0FB5BF-69B5-9582-8031-FBC2A40BCC0B}"/>
              </a:ext>
            </a:extLst>
          </p:cNvPr>
          <p:cNvCxnSpPr>
            <a:cxnSpLocks/>
            <a:stCxn id="301" idx="3"/>
            <a:endCxn id="308" idx="0"/>
          </p:cNvCxnSpPr>
          <p:nvPr/>
        </p:nvCxnSpPr>
        <p:spPr>
          <a:xfrm>
            <a:off x="8599683" y="4293185"/>
            <a:ext cx="848878" cy="786237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0" name="肘形连接符 309">
            <a:extLst>
              <a:ext uri="{FF2B5EF4-FFF2-40B4-BE49-F238E27FC236}">
                <a16:creationId xmlns:a16="http://schemas.microsoft.com/office/drawing/2014/main" id="{D39899E6-E609-4085-56D6-55541F47FAEB}"/>
              </a:ext>
            </a:extLst>
          </p:cNvPr>
          <p:cNvCxnSpPr>
            <a:cxnSpLocks/>
            <a:stCxn id="303" idx="3"/>
            <a:endCxn id="308" idx="2"/>
          </p:cNvCxnSpPr>
          <p:nvPr/>
        </p:nvCxnSpPr>
        <p:spPr>
          <a:xfrm flipV="1">
            <a:off x="8595546" y="5356421"/>
            <a:ext cx="853015" cy="803371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1" name="圆角矩形 310">
            <a:extLst>
              <a:ext uri="{FF2B5EF4-FFF2-40B4-BE49-F238E27FC236}">
                <a16:creationId xmlns:a16="http://schemas.microsoft.com/office/drawing/2014/main" id="{B72196C2-6EE3-7AA4-9174-7C5DF96C9A15}"/>
              </a:ext>
            </a:extLst>
          </p:cNvPr>
          <p:cNvSpPr/>
          <p:nvPr/>
        </p:nvSpPr>
        <p:spPr>
          <a:xfrm>
            <a:off x="9833990" y="4348528"/>
            <a:ext cx="590542" cy="1738786"/>
          </a:xfrm>
          <a:prstGeom prst="roundRect">
            <a:avLst/>
          </a:prstGeom>
          <a:solidFill>
            <a:srgbClr val="F5F5F5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Reconstruction Head</a:t>
            </a:r>
            <a:endParaRPr kumimoji="1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2" name="直线箭头连接符 311">
            <a:extLst>
              <a:ext uri="{FF2B5EF4-FFF2-40B4-BE49-F238E27FC236}">
                <a16:creationId xmlns:a16="http://schemas.microsoft.com/office/drawing/2014/main" id="{C5A49DF7-CB30-EC93-9F85-4013999D4539}"/>
              </a:ext>
            </a:extLst>
          </p:cNvPr>
          <p:cNvCxnSpPr>
            <a:cxnSpLocks/>
            <a:stCxn id="308" idx="3"/>
            <a:endCxn id="311" idx="1"/>
          </p:cNvCxnSpPr>
          <p:nvPr/>
        </p:nvCxnSpPr>
        <p:spPr>
          <a:xfrm flipV="1">
            <a:off x="9587161" y="5217921"/>
            <a:ext cx="246829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3" name="立方体 312">
            <a:extLst>
              <a:ext uri="{FF2B5EF4-FFF2-40B4-BE49-F238E27FC236}">
                <a16:creationId xmlns:a16="http://schemas.microsoft.com/office/drawing/2014/main" id="{2E303E67-2F35-5323-CCDA-3711193F6706}"/>
              </a:ext>
            </a:extLst>
          </p:cNvPr>
          <p:cNvSpPr/>
          <p:nvPr/>
        </p:nvSpPr>
        <p:spPr>
          <a:xfrm>
            <a:off x="4680704" y="4921105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16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70A5D197-B8FC-0026-AB6B-433B2400E977}"/>
                  </a:ext>
                </a:extLst>
              </p:cNvPr>
              <p:cNvSpPr txBox="1"/>
              <p:nvPr/>
            </p:nvSpPr>
            <p:spPr>
              <a:xfrm>
                <a:off x="5470953" y="5102762"/>
                <a:ext cx="917302" cy="286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𝑤𝑎𝑣𝑒𝑙𝑒𝑡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70A5D197-B8FC-0026-AB6B-433B2400E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953" y="5102762"/>
                <a:ext cx="917302" cy="286040"/>
              </a:xfrm>
              <a:prstGeom prst="rect">
                <a:avLst/>
              </a:prstGeom>
              <a:blipFill>
                <a:blip r:embed="rId27"/>
                <a:stretch>
                  <a:fillRect l="-2703" r="-135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文本框 314">
                <a:extLst>
                  <a:ext uri="{FF2B5EF4-FFF2-40B4-BE49-F238E27FC236}">
                    <a16:creationId xmlns:a16="http://schemas.microsoft.com/office/drawing/2014/main" id="{F22E7888-1A4D-1BAF-B5B6-B8F098A55973}"/>
                  </a:ext>
                </a:extLst>
              </p:cNvPr>
              <p:cNvSpPr txBox="1"/>
              <p:nvPr/>
            </p:nvSpPr>
            <p:spPr>
              <a:xfrm>
                <a:off x="10610754" y="5079422"/>
                <a:ext cx="277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5" name="文本框 314">
                <a:extLst>
                  <a:ext uri="{FF2B5EF4-FFF2-40B4-BE49-F238E27FC236}">
                    <a16:creationId xmlns:a16="http://schemas.microsoft.com/office/drawing/2014/main" id="{F22E7888-1A4D-1BAF-B5B6-B8F098A55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754" y="5079422"/>
                <a:ext cx="277200" cy="276999"/>
              </a:xfrm>
              <a:prstGeom prst="rect">
                <a:avLst/>
              </a:prstGeom>
              <a:blipFill>
                <a:blip r:embed="rId28"/>
                <a:stretch>
                  <a:fillRect l="-26087" r="-26087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6" name="直线箭头连接符 315">
            <a:extLst>
              <a:ext uri="{FF2B5EF4-FFF2-40B4-BE49-F238E27FC236}">
                <a16:creationId xmlns:a16="http://schemas.microsoft.com/office/drawing/2014/main" id="{3574970D-7C94-295B-B0B3-3DB19F363644}"/>
              </a:ext>
            </a:extLst>
          </p:cNvPr>
          <p:cNvCxnSpPr>
            <a:cxnSpLocks/>
            <a:stCxn id="311" idx="3"/>
            <a:endCxn id="315" idx="1"/>
          </p:cNvCxnSpPr>
          <p:nvPr/>
        </p:nvCxnSpPr>
        <p:spPr>
          <a:xfrm>
            <a:off x="10424532" y="5217921"/>
            <a:ext cx="186222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7" name="立方体 316">
            <a:extLst>
              <a:ext uri="{FF2B5EF4-FFF2-40B4-BE49-F238E27FC236}">
                <a16:creationId xmlns:a16="http://schemas.microsoft.com/office/drawing/2014/main" id="{8C538C70-3786-BC4B-7013-800AD34A8CE6}"/>
              </a:ext>
            </a:extLst>
          </p:cNvPr>
          <p:cNvSpPr/>
          <p:nvPr/>
        </p:nvSpPr>
        <p:spPr>
          <a:xfrm>
            <a:off x="11108767" y="4921105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29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2157199-8705-8A20-79A7-D8D6CA0DDBCF}"/>
                  </a:ext>
                </a:extLst>
              </p:cNvPr>
              <p:cNvSpPr txBox="1"/>
              <p:nvPr/>
            </p:nvSpPr>
            <p:spPr>
              <a:xfrm>
                <a:off x="11251860" y="4540348"/>
                <a:ext cx="404470" cy="326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2157199-8705-8A20-79A7-D8D6CA0DD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1860" y="4540348"/>
                <a:ext cx="404470" cy="326115"/>
              </a:xfrm>
              <a:prstGeom prst="rect">
                <a:avLst/>
              </a:prstGeom>
              <a:blipFill>
                <a:blip r:embed="rId30"/>
                <a:stretch>
                  <a:fillRect l="-15625" r="-6250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9" name="直线箭头连接符 318">
            <a:extLst>
              <a:ext uri="{FF2B5EF4-FFF2-40B4-BE49-F238E27FC236}">
                <a16:creationId xmlns:a16="http://schemas.microsoft.com/office/drawing/2014/main" id="{01556F72-2A62-A98B-0707-19056C3412A7}"/>
              </a:ext>
            </a:extLst>
          </p:cNvPr>
          <p:cNvCxnSpPr>
            <a:cxnSpLocks/>
            <a:endCxn id="317" idx="2"/>
          </p:cNvCxnSpPr>
          <p:nvPr/>
        </p:nvCxnSpPr>
        <p:spPr>
          <a:xfrm>
            <a:off x="10847449" y="5226534"/>
            <a:ext cx="261318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C0E87840-8483-BB0F-F9C7-2CE113FF3042}"/>
                  </a:ext>
                </a:extLst>
              </p:cNvPr>
              <p:cNvSpPr txBox="1"/>
              <p:nvPr/>
            </p:nvSpPr>
            <p:spPr>
              <a:xfrm>
                <a:off x="8846512" y="4516999"/>
                <a:ext cx="559640" cy="3354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𝑓𝑤𝑑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C0E87840-8483-BB0F-F9C7-2CE113FF3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12" y="4516999"/>
                <a:ext cx="559640" cy="335476"/>
              </a:xfrm>
              <a:prstGeom prst="rect">
                <a:avLst/>
              </a:prstGeom>
              <a:blipFill>
                <a:blip r:embed="rId31"/>
                <a:stretch>
                  <a:fillRect l="-13333" r="-6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1CE82D2E-616E-4773-5AC4-93C0AE3F4120}"/>
                  </a:ext>
                </a:extLst>
              </p:cNvPr>
              <p:cNvSpPr txBox="1"/>
              <p:nvPr/>
            </p:nvSpPr>
            <p:spPr>
              <a:xfrm>
                <a:off x="8864513" y="5671782"/>
                <a:ext cx="556306" cy="293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1CE82D2E-616E-4773-5AC4-93C0AE3F4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513" y="5671782"/>
                <a:ext cx="556306" cy="293094"/>
              </a:xfrm>
              <a:prstGeom prst="rect">
                <a:avLst/>
              </a:prstGeom>
              <a:blipFill>
                <a:blip r:embed="rId32"/>
                <a:stretch>
                  <a:fillRect l="-13333" r="-444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圆角矩形 321">
            <a:extLst>
              <a:ext uri="{FF2B5EF4-FFF2-40B4-BE49-F238E27FC236}">
                <a16:creationId xmlns:a16="http://schemas.microsoft.com/office/drawing/2014/main" id="{A682DB54-EEF0-0537-EFE9-127CBCCCA247}"/>
              </a:ext>
            </a:extLst>
          </p:cNvPr>
          <p:cNvSpPr/>
          <p:nvPr/>
        </p:nvSpPr>
        <p:spPr>
          <a:xfrm>
            <a:off x="262890" y="3490380"/>
            <a:ext cx="11681460" cy="3327697"/>
          </a:xfrm>
          <a:prstGeom prst="round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62A44F82-AB24-CD70-FD09-E31131C6D5EC}"/>
                  </a:ext>
                </a:extLst>
              </p:cNvPr>
              <p:cNvSpPr txBox="1"/>
              <p:nvPr/>
            </p:nvSpPr>
            <p:spPr>
              <a:xfrm>
                <a:off x="3512823" y="4638015"/>
                <a:ext cx="539250" cy="3354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𝑓𝑤𝑑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62A44F82-AB24-CD70-FD09-E31131C6D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823" y="4638015"/>
                <a:ext cx="539250" cy="335476"/>
              </a:xfrm>
              <a:prstGeom prst="rect">
                <a:avLst/>
              </a:prstGeom>
              <a:blipFill>
                <a:blip r:embed="rId33"/>
                <a:stretch>
                  <a:fillRect l="-4545" t="-3704" r="-6818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文本框 323">
                <a:extLst>
                  <a:ext uri="{FF2B5EF4-FFF2-40B4-BE49-F238E27FC236}">
                    <a16:creationId xmlns:a16="http://schemas.microsoft.com/office/drawing/2014/main" id="{23F90B59-0752-64E9-00D6-84FA3A00DA75}"/>
                  </a:ext>
                </a:extLst>
              </p:cNvPr>
              <p:cNvSpPr txBox="1"/>
              <p:nvPr/>
            </p:nvSpPr>
            <p:spPr>
              <a:xfrm>
                <a:off x="3516093" y="5537138"/>
                <a:ext cx="532710" cy="286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𝑏𝑤𝑑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4" name="文本框 323">
                <a:extLst>
                  <a:ext uri="{FF2B5EF4-FFF2-40B4-BE49-F238E27FC236}">
                    <a16:creationId xmlns:a16="http://schemas.microsoft.com/office/drawing/2014/main" id="{23F90B59-0752-64E9-00D6-84FA3A00D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093" y="5537138"/>
                <a:ext cx="532710" cy="286040"/>
              </a:xfrm>
              <a:prstGeom prst="rect">
                <a:avLst/>
              </a:prstGeom>
              <a:blipFill>
                <a:blip r:embed="rId34"/>
                <a:stretch>
                  <a:fillRect l="-4651" r="-465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5" name="直线箭头连接符 324">
            <a:extLst>
              <a:ext uri="{FF2B5EF4-FFF2-40B4-BE49-F238E27FC236}">
                <a16:creationId xmlns:a16="http://schemas.microsoft.com/office/drawing/2014/main" id="{A52D7ED5-E507-4468-3B5A-BDB94C556644}"/>
              </a:ext>
            </a:extLst>
          </p:cNvPr>
          <p:cNvCxnSpPr>
            <a:cxnSpLocks/>
            <a:endCxn id="300" idx="2"/>
          </p:cNvCxnSpPr>
          <p:nvPr/>
        </p:nvCxnSpPr>
        <p:spPr>
          <a:xfrm flipV="1">
            <a:off x="6478793" y="4598519"/>
            <a:ext cx="4138" cy="360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E13044AA-8296-70B8-A9C2-799838224F52}"/>
                  </a:ext>
                </a:extLst>
              </p:cNvPr>
              <p:cNvSpPr txBox="1"/>
              <p:nvPr/>
            </p:nvSpPr>
            <p:spPr>
              <a:xfrm>
                <a:off x="6538167" y="4596401"/>
                <a:ext cx="369204" cy="324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𝐿𝑄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E13044AA-8296-70B8-A9C2-799838224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167" y="4596401"/>
                <a:ext cx="369204" cy="324704"/>
              </a:xfrm>
              <a:prstGeom prst="rect">
                <a:avLst/>
              </a:prstGeom>
              <a:blipFill>
                <a:blip r:embed="rId35"/>
                <a:stretch>
                  <a:fillRect l="-17241" r="-6897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" name="直线箭头连接符 326">
            <a:extLst>
              <a:ext uri="{FF2B5EF4-FFF2-40B4-BE49-F238E27FC236}">
                <a16:creationId xmlns:a16="http://schemas.microsoft.com/office/drawing/2014/main" id="{6DF4E3AA-064A-E46A-DC21-C72E83FD7CE1}"/>
              </a:ext>
            </a:extLst>
          </p:cNvPr>
          <p:cNvCxnSpPr>
            <a:cxnSpLocks/>
            <a:endCxn id="302" idx="2"/>
          </p:cNvCxnSpPr>
          <p:nvPr/>
        </p:nvCxnSpPr>
        <p:spPr>
          <a:xfrm flipV="1">
            <a:off x="6478793" y="6465125"/>
            <a:ext cx="1" cy="360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8B60AB28-DCB4-DF97-0D19-8E483217F72C}"/>
                  </a:ext>
                </a:extLst>
              </p:cNvPr>
              <p:cNvSpPr txBox="1"/>
              <p:nvPr/>
            </p:nvSpPr>
            <p:spPr>
              <a:xfrm>
                <a:off x="6529415" y="6479249"/>
                <a:ext cx="369204" cy="324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𝐿𝑄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8B60AB28-DCB4-DF97-0D19-8E483217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415" y="6479249"/>
                <a:ext cx="369204" cy="324704"/>
              </a:xfrm>
              <a:prstGeom prst="rect">
                <a:avLst/>
              </a:prstGeom>
              <a:blipFill>
                <a:blip r:embed="rId36"/>
                <a:stretch>
                  <a:fillRect l="-16667" r="-6667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9" name="直线箭头连接符 328">
            <a:extLst>
              <a:ext uri="{FF2B5EF4-FFF2-40B4-BE49-F238E27FC236}">
                <a16:creationId xmlns:a16="http://schemas.microsoft.com/office/drawing/2014/main" id="{87318642-C02A-7CDE-F11F-DC5BAA2733A2}"/>
              </a:ext>
            </a:extLst>
          </p:cNvPr>
          <p:cNvCxnSpPr>
            <a:cxnSpLocks/>
          </p:cNvCxnSpPr>
          <p:nvPr/>
        </p:nvCxnSpPr>
        <p:spPr>
          <a:xfrm flipV="1">
            <a:off x="10743013" y="5316886"/>
            <a:ext cx="4138" cy="360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文本框 329">
                <a:extLst>
                  <a:ext uri="{FF2B5EF4-FFF2-40B4-BE49-F238E27FC236}">
                    <a16:creationId xmlns:a16="http://schemas.microsoft.com/office/drawing/2014/main" id="{98C2EC84-42E2-E2B4-40EC-93CAE2241FB0}"/>
                  </a:ext>
                </a:extLst>
              </p:cNvPr>
              <p:cNvSpPr txBox="1"/>
              <p:nvPr/>
            </p:nvSpPr>
            <p:spPr>
              <a:xfrm>
                <a:off x="10588579" y="5696609"/>
                <a:ext cx="369204" cy="324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𝐿𝑄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0" name="文本框 329">
                <a:extLst>
                  <a:ext uri="{FF2B5EF4-FFF2-40B4-BE49-F238E27FC236}">
                    <a16:creationId xmlns:a16="http://schemas.microsoft.com/office/drawing/2014/main" id="{98C2EC84-42E2-E2B4-40EC-93CAE2241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579" y="5696609"/>
                <a:ext cx="369204" cy="324704"/>
              </a:xfrm>
              <a:prstGeom prst="rect">
                <a:avLst/>
              </a:prstGeom>
              <a:blipFill>
                <a:blip r:embed="rId37"/>
                <a:stretch>
                  <a:fillRect l="-12903" r="-3226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1" name="直线箭头连接符 330">
            <a:extLst>
              <a:ext uri="{FF2B5EF4-FFF2-40B4-BE49-F238E27FC236}">
                <a16:creationId xmlns:a16="http://schemas.microsoft.com/office/drawing/2014/main" id="{87DC5E29-154D-DCBB-A183-A2F2362E7A1B}"/>
              </a:ext>
            </a:extLst>
          </p:cNvPr>
          <p:cNvCxnSpPr>
            <a:cxnSpLocks/>
            <a:stCxn id="313" idx="1"/>
            <a:endCxn id="292" idx="2"/>
          </p:cNvCxnSpPr>
          <p:nvPr/>
        </p:nvCxnSpPr>
        <p:spPr>
          <a:xfrm flipH="1" flipV="1">
            <a:off x="5043405" y="4598520"/>
            <a:ext cx="25" cy="35168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2" name="直线箭头连接符 331">
            <a:extLst>
              <a:ext uri="{FF2B5EF4-FFF2-40B4-BE49-F238E27FC236}">
                <a16:creationId xmlns:a16="http://schemas.microsoft.com/office/drawing/2014/main" id="{469205DC-FC41-CCBC-E0D2-76E42892790C}"/>
              </a:ext>
            </a:extLst>
          </p:cNvPr>
          <p:cNvCxnSpPr>
            <a:cxnSpLocks/>
            <a:stCxn id="313" idx="3"/>
            <a:endCxn id="298" idx="0"/>
          </p:cNvCxnSpPr>
          <p:nvPr/>
        </p:nvCxnSpPr>
        <p:spPr>
          <a:xfrm flipH="1">
            <a:off x="5043405" y="5502863"/>
            <a:ext cx="25" cy="35848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" name="肘形连接符 1">
            <a:extLst>
              <a:ext uri="{FF2B5EF4-FFF2-40B4-BE49-F238E27FC236}">
                <a16:creationId xmlns:a16="http://schemas.microsoft.com/office/drawing/2014/main" id="{415A10A1-9E41-634A-E6DF-607482A3DD20}"/>
              </a:ext>
            </a:extLst>
          </p:cNvPr>
          <p:cNvCxnSpPr>
            <a:cxnSpLocks/>
            <a:endCxn id="289" idx="2"/>
          </p:cNvCxnSpPr>
          <p:nvPr/>
        </p:nvCxnSpPr>
        <p:spPr>
          <a:xfrm flipV="1">
            <a:off x="1864204" y="4600644"/>
            <a:ext cx="747269" cy="478778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" name="肘形连接符 6">
            <a:extLst>
              <a:ext uri="{FF2B5EF4-FFF2-40B4-BE49-F238E27FC236}">
                <a16:creationId xmlns:a16="http://schemas.microsoft.com/office/drawing/2014/main" id="{3FAB04AB-413B-6E13-79F0-F8CE573DE8F2}"/>
              </a:ext>
            </a:extLst>
          </p:cNvPr>
          <p:cNvCxnSpPr>
            <a:cxnSpLocks/>
            <a:endCxn id="295" idx="0"/>
          </p:cNvCxnSpPr>
          <p:nvPr/>
        </p:nvCxnSpPr>
        <p:spPr>
          <a:xfrm>
            <a:off x="1863806" y="5407826"/>
            <a:ext cx="747667" cy="455650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58ED5C2-0CCA-9EE9-DB7A-278034EBC351}"/>
                  </a:ext>
                </a:extLst>
              </p:cNvPr>
              <p:cNvSpPr txBox="1"/>
              <p:nvPr/>
            </p:nvSpPr>
            <p:spPr>
              <a:xfrm>
                <a:off x="1895578" y="4758784"/>
                <a:ext cx="6520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∅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58ED5C2-0CCA-9EE9-DB7A-278034EBC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578" y="4758784"/>
                <a:ext cx="652038" cy="276999"/>
              </a:xfrm>
              <a:prstGeom prst="rect">
                <a:avLst/>
              </a:prstGeom>
              <a:blipFill>
                <a:blip r:embed="rId38"/>
                <a:stretch>
                  <a:fillRect l="-11538" r="-1923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322B096-4ABD-4156-F831-D616C5310A24}"/>
                  </a:ext>
                </a:extLst>
              </p:cNvPr>
              <p:cNvSpPr txBox="1"/>
              <p:nvPr/>
            </p:nvSpPr>
            <p:spPr>
              <a:xfrm>
                <a:off x="1889224" y="5388802"/>
                <a:ext cx="7222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∅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322B096-4ABD-4156-F831-D616C5310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224" y="5388802"/>
                <a:ext cx="722249" cy="276999"/>
              </a:xfrm>
              <a:prstGeom prst="rect">
                <a:avLst/>
              </a:prstGeom>
              <a:blipFill>
                <a:blip r:embed="rId39"/>
                <a:stretch>
                  <a:fillRect l="-8621" r="-1724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48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9A71-0B93-5B17-A9FC-5BEBBE803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FD5E92B8-E404-859C-70D8-980145167837}"/>
              </a:ext>
            </a:extLst>
          </p:cNvPr>
          <p:cNvGrpSpPr/>
          <p:nvPr/>
        </p:nvGrpSpPr>
        <p:grpSpPr>
          <a:xfrm>
            <a:off x="707659" y="559906"/>
            <a:ext cx="1163075" cy="2441092"/>
            <a:chOff x="494274" y="620933"/>
            <a:chExt cx="1163075" cy="2441092"/>
          </a:xfrm>
        </p:grpSpPr>
        <p:sp>
          <p:nvSpPr>
            <p:cNvPr id="112" name="立方体 111">
              <a:extLst>
                <a:ext uri="{FF2B5EF4-FFF2-40B4-BE49-F238E27FC236}">
                  <a16:creationId xmlns:a16="http://schemas.microsoft.com/office/drawing/2014/main" id="{854D1259-116C-D28E-57D7-ED4CFB4D56AD}"/>
                </a:ext>
              </a:extLst>
            </p:cNvPr>
            <p:cNvSpPr/>
            <p:nvPr/>
          </p:nvSpPr>
          <p:spPr>
            <a:xfrm>
              <a:off x="888999" y="620933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立方体 112">
              <a:extLst>
                <a:ext uri="{FF2B5EF4-FFF2-40B4-BE49-F238E27FC236}">
                  <a16:creationId xmlns:a16="http://schemas.microsoft.com/office/drawing/2014/main" id="{C018DC4A-3A0A-2F8C-6A1E-97CAD1B9EC93}"/>
                </a:ext>
              </a:extLst>
            </p:cNvPr>
            <p:cNvSpPr/>
            <p:nvPr/>
          </p:nvSpPr>
          <p:spPr>
            <a:xfrm>
              <a:off x="888998" y="1550600"/>
              <a:ext cx="7683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4" name="立方体 113">
              <a:extLst>
                <a:ext uri="{FF2B5EF4-FFF2-40B4-BE49-F238E27FC236}">
                  <a16:creationId xmlns:a16="http://schemas.microsoft.com/office/drawing/2014/main" id="{4E473528-30D4-42C9-447E-DC17569842E5}"/>
                </a:ext>
              </a:extLst>
            </p:cNvPr>
            <p:cNvSpPr/>
            <p:nvPr/>
          </p:nvSpPr>
          <p:spPr>
            <a:xfrm>
              <a:off x="888998" y="2480267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5221F3D4-9C50-076E-BA1B-BB1442134DD5}"/>
                    </a:ext>
                  </a:extLst>
                </p:cNvPr>
                <p:cNvSpPr txBox="1"/>
                <p:nvPr/>
              </p:nvSpPr>
              <p:spPr>
                <a:xfrm>
                  <a:off x="521077" y="739521"/>
                  <a:ext cx="369204" cy="3261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5A52264B-35CE-35C4-D634-DFB590B7F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77" y="739521"/>
                  <a:ext cx="369204" cy="326115"/>
                </a:xfrm>
                <a:prstGeom prst="rect">
                  <a:avLst/>
                </a:prstGeom>
                <a:blipFill>
                  <a:blip r:embed="rId5"/>
                  <a:stretch>
                    <a:fillRect l="-13333" r="-6667" b="-148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B58E09D1-CF98-D053-FCAB-91AAC3DF4172}"/>
                    </a:ext>
                  </a:extLst>
                </p:cNvPr>
                <p:cNvSpPr txBox="1"/>
                <p:nvPr/>
              </p:nvSpPr>
              <p:spPr>
                <a:xfrm>
                  <a:off x="521077" y="1669188"/>
                  <a:ext cx="369204" cy="3247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7B11A2CF-7D42-CE9D-DE7C-1922A6568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77" y="1669188"/>
                  <a:ext cx="369204" cy="324704"/>
                </a:xfrm>
                <a:prstGeom prst="rect">
                  <a:avLst/>
                </a:prstGeom>
                <a:blipFill>
                  <a:blip r:embed="rId6"/>
                  <a:stretch>
                    <a:fillRect l="-13333" r="-6667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C22F2DEA-4CFD-FCEA-F119-E806FD2CF4C7}"/>
                    </a:ext>
                  </a:extLst>
                </p:cNvPr>
                <p:cNvSpPr txBox="1"/>
                <p:nvPr/>
              </p:nvSpPr>
              <p:spPr>
                <a:xfrm>
                  <a:off x="494274" y="2580098"/>
                  <a:ext cx="433324" cy="3261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836B13E4-6216-AD6D-2876-7775E11BF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274" y="2580098"/>
                  <a:ext cx="433324" cy="326115"/>
                </a:xfrm>
                <a:prstGeom prst="rect">
                  <a:avLst/>
                </a:prstGeom>
                <a:blipFill>
                  <a:blip r:embed="rId7"/>
                  <a:stretch>
                    <a:fillRect l="-11429" r="-5714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1" name="圆角矩形 230">
            <a:extLst>
              <a:ext uri="{FF2B5EF4-FFF2-40B4-BE49-F238E27FC236}">
                <a16:creationId xmlns:a16="http://schemas.microsoft.com/office/drawing/2014/main" id="{BFAC0DF5-AE24-6A45-DF90-1D7E0668587C}"/>
              </a:ext>
            </a:extLst>
          </p:cNvPr>
          <p:cNvSpPr/>
          <p:nvPr/>
        </p:nvSpPr>
        <p:spPr>
          <a:xfrm>
            <a:off x="2027634" y="1477370"/>
            <a:ext cx="768351" cy="606165"/>
          </a:xfrm>
          <a:prstGeom prst="roundRect">
            <a:avLst/>
          </a:prstGeom>
          <a:solidFill>
            <a:srgbClr val="F4F4F5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kumimoji="1" lang="zh-CN" altLang="en-US" kern="0">
                <a:solidFill>
                  <a:prstClr val="blac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小波分解</a:t>
            </a:r>
          </a:p>
        </p:txBody>
      </p:sp>
      <p:cxnSp>
        <p:nvCxnSpPr>
          <p:cNvPr id="232" name="肘形连接符 231">
            <a:extLst>
              <a:ext uri="{FF2B5EF4-FFF2-40B4-BE49-F238E27FC236}">
                <a16:creationId xmlns:a16="http://schemas.microsoft.com/office/drawing/2014/main" id="{D189CE18-F9FE-D685-6AB4-07687413B4AD}"/>
              </a:ext>
            </a:extLst>
          </p:cNvPr>
          <p:cNvCxnSpPr>
            <a:cxnSpLocks/>
            <a:stCxn id="112" idx="5"/>
            <a:endCxn id="231" idx="0"/>
          </p:cNvCxnSpPr>
          <p:nvPr/>
        </p:nvCxnSpPr>
        <p:spPr>
          <a:xfrm>
            <a:off x="1856935" y="836235"/>
            <a:ext cx="554875" cy="641135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3" name="肘形连接符 232">
            <a:extLst>
              <a:ext uri="{FF2B5EF4-FFF2-40B4-BE49-F238E27FC236}">
                <a16:creationId xmlns:a16="http://schemas.microsoft.com/office/drawing/2014/main" id="{A0C319CE-09CD-DAFC-66E5-EAB9CA7C5B67}"/>
              </a:ext>
            </a:extLst>
          </p:cNvPr>
          <p:cNvCxnSpPr>
            <a:cxnSpLocks/>
            <a:stCxn id="114" idx="5"/>
            <a:endCxn id="231" idx="2"/>
          </p:cNvCxnSpPr>
          <p:nvPr/>
        </p:nvCxnSpPr>
        <p:spPr>
          <a:xfrm flipV="1">
            <a:off x="1856934" y="2083535"/>
            <a:ext cx="554876" cy="612034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3B6D9580-3C73-8068-91DF-14BB26AB2520}"/>
              </a:ext>
            </a:extLst>
          </p:cNvPr>
          <p:cNvCxnSpPr>
            <a:cxnSpLocks/>
          </p:cNvCxnSpPr>
          <p:nvPr/>
        </p:nvCxnSpPr>
        <p:spPr>
          <a:xfrm>
            <a:off x="1843134" y="1777255"/>
            <a:ext cx="1845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F9B25D1D-C5C4-276A-6569-6BE2CC15522D}"/>
              </a:ext>
            </a:extLst>
          </p:cNvPr>
          <p:cNvCxnSpPr>
            <a:cxnSpLocks/>
            <a:stCxn id="231" idx="3"/>
            <a:endCxn id="236" idx="1"/>
          </p:cNvCxnSpPr>
          <p:nvPr/>
        </p:nvCxnSpPr>
        <p:spPr>
          <a:xfrm>
            <a:off x="2795985" y="1780453"/>
            <a:ext cx="194978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6" name="圆角矩形 235">
            <a:extLst>
              <a:ext uri="{FF2B5EF4-FFF2-40B4-BE49-F238E27FC236}">
                <a16:creationId xmlns:a16="http://schemas.microsoft.com/office/drawing/2014/main" id="{F0E9BC45-80E6-3623-03FE-27C8718972F9}"/>
              </a:ext>
            </a:extLst>
          </p:cNvPr>
          <p:cNvSpPr/>
          <p:nvPr/>
        </p:nvSpPr>
        <p:spPr>
          <a:xfrm>
            <a:off x="2990963" y="379057"/>
            <a:ext cx="332307" cy="2802791"/>
          </a:xfrm>
          <a:prstGeom prst="roundRect">
            <a:avLst/>
          </a:prstGeom>
          <a:solidFill>
            <a:srgbClr val="F4F4F5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algn="ctr"/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跨帧小波系数差分</a:t>
            </a:r>
          </a:p>
        </p:txBody>
      </p: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8B8462F1-C8CD-812A-FC34-08DD8219D7C9}"/>
              </a:ext>
            </a:extLst>
          </p:cNvPr>
          <p:cNvGrpSpPr/>
          <p:nvPr/>
        </p:nvGrpSpPr>
        <p:grpSpPr>
          <a:xfrm>
            <a:off x="3323313" y="403635"/>
            <a:ext cx="1535558" cy="581758"/>
            <a:chOff x="3323313" y="405055"/>
            <a:chExt cx="1535558" cy="581758"/>
          </a:xfrm>
        </p:grpSpPr>
        <p:sp>
          <p:nvSpPr>
            <p:cNvPr id="238" name="立方体 237">
              <a:extLst>
                <a:ext uri="{FF2B5EF4-FFF2-40B4-BE49-F238E27FC236}">
                  <a16:creationId xmlns:a16="http://schemas.microsoft.com/office/drawing/2014/main" id="{83A730E4-524C-783B-3B77-E54BEC380957}"/>
                </a:ext>
              </a:extLst>
            </p:cNvPr>
            <p:cNvSpPr/>
            <p:nvPr/>
          </p:nvSpPr>
          <p:spPr>
            <a:xfrm>
              <a:off x="3457477" y="405055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8"/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4A0034CD-20E6-321D-5C80-A0C91EA84B80}"/>
                    </a:ext>
                  </a:extLst>
                </p:cNvPr>
                <p:cNvSpPr txBox="1"/>
                <p:nvPr/>
              </p:nvSpPr>
              <p:spPr>
                <a:xfrm>
                  <a:off x="4222158" y="585432"/>
                  <a:ext cx="636713" cy="237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kumimoji="1" lang="en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𝑔𝑒𝑜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4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FACEDDFB-2A49-0AC2-DA36-7E0F54CDB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158" y="585432"/>
                  <a:ext cx="636713" cy="237181"/>
                </a:xfrm>
                <a:prstGeom prst="rect">
                  <a:avLst/>
                </a:prstGeom>
                <a:blipFill>
                  <a:blip r:embed="rId9"/>
                  <a:stretch>
                    <a:fillRect l="-5882" t="-5263" r="-1961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0" name="直线箭头连接符 239">
              <a:extLst>
                <a:ext uri="{FF2B5EF4-FFF2-40B4-BE49-F238E27FC236}">
                  <a16:creationId xmlns:a16="http://schemas.microsoft.com/office/drawing/2014/main" id="{EE61E6C2-4A7B-D69B-16F3-1391FCE3A253}"/>
                </a:ext>
              </a:extLst>
            </p:cNvPr>
            <p:cNvCxnSpPr>
              <a:cxnSpLocks/>
            </p:cNvCxnSpPr>
            <p:nvPr/>
          </p:nvCxnSpPr>
          <p:spPr>
            <a:xfrm>
              <a:off x="3323313" y="713532"/>
              <a:ext cx="15696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9DD7E886-04F3-7DB3-7E0C-E529D6E9A5AE}"/>
              </a:ext>
            </a:extLst>
          </p:cNvPr>
          <p:cNvGrpSpPr/>
          <p:nvPr/>
        </p:nvGrpSpPr>
        <p:grpSpPr>
          <a:xfrm>
            <a:off x="3319704" y="1095153"/>
            <a:ext cx="1532145" cy="581758"/>
            <a:chOff x="3319704" y="1058393"/>
            <a:chExt cx="1532145" cy="581758"/>
          </a:xfrm>
        </p:grpSpPr>
        <p:sp>
          <p:nvSpPr>
            <p:cNvPr id="242" name="立方体 241">
              <a:extLst>
                <a:ext uri="{FF2B5EF4-FFF2-40B4-BE49-F238E27FC236}">
                  <a16:creationId xmlns:a16="http://schemas.microsoft.com/office/drawing/2014/main" id="{9B7BF37B-1F04-9725-20BD-16EF8164A59B}"/>
                </a:ext>
              </a:extLst>
            </p:cNvPr>
            <p:cNvSpPr/>
            <p:nvPr/>
          </p:nvSpPr>
          <p:spPr>
            <a:xfrm>
              <a:off x="3457476" y="1058393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10"/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68770E26-DE74-5386-B3CC-7F0F3DF08DD9}"/>
                    </a:ext>
                  </a:extLst>
                </p:cNvPr>
                <p:cNvSpPr txBox="1"/>
                <p:nvPr/>
              </p:nvSpPr>
              <p:spPr>
                <a:xfrm>
                  <a:off x="4229179" y="1259677"/>
                  <a:ext cx="622670" cy="237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kumimoji="1" lang="en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𝐻</m:t>
                        </m:r>
                        <m:sSubSup>
                          <m:sSubSupPr>
                            <m:ctrlP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𝑔𝑒𝑜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4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91ECB4C5-C5D8-42D9-F8EF-2D1022730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9179" y="1259677"/>
                  <a:ext cx="622670" cy="237181"/>
                </a:xfrm>
                <a:prstGeom prst="rect">
                  <a:avLst/>
                </a:prstGeom>
                <a:blipFill>
                  <a:blip r:embed="rId11"/>
                  <a:stretch>
                    <a:fillRect l="-6000" t="-5263" r="-2000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4" name="直线箭头连接符 243">
              <a:extLst>
                <a:ext uri="{FF2B5EF4-FFF2-40B4-BE49-F238E27FC236}">
                  <a16:creationId xmlns:a16="http://schemas.microsoft.com/office/drawing/2014/main" id="{1EF0E251-727E-9824-2482-89F21F2FA251}"/>
                </a:ext>
              </a:extLst>
            </p:cNvPr>
            <p:cNvCxnSpPr>
              <a:cxnSpLocks/>
            </p:cNvCxnSpPr>
            <p:nvPr/>
          </p:nvCxnSpPr>
          <p:spPr>
            <a:xfrm>
              <a:off x="3319704" y="1351164"/>
              <a:ext cx="15696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A9C335E1-307D-E961-443C-CD62CF2B2AC2}"/>
              </a:ext>
            </a:extLst>
          </p:cNvPr>
          <p:cNvGrpSpPr/>
          <p:nvPr/>
        </p:nvGrpSpPr>
        <p:grpSpPr>
          <a:xfrm>
            <a:off x="3322445" y="1786671"/>
            <a:ext cx="1554860" cy="581758"/>
            <a:chOff x="3322445" y="1711731"/>
            <a:chExt cx="1554860" cy="581758"/>
          </a:xfrm>
        </p:grpSpPr>
        <p:sp>
          <p:nvSpPr>
            <p:cNvPr id="246" name="立方体 245">
              <a:extLst>
                <a:ext uri="{FF2B5EF4-FFF2-40B4-BE49-F238E27FC236}">
                  <a16:creationId xmlns:a16="http://schemas.microsoft.com/office/drawing/2014/main" id="{1FA95288-CB66-2D0C-5CC2-9A2DECDF62E3}"/>
                </a:ext>
              </a:extLst>
            </p:cNvPr>
            <p:cNvSpPr/>
            <p:nvPr/>
          </p:nvSpPr>
          <p:spPr>
            <a:xfrm>
              <a:off x="3457476" y="1711731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12"/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870EC675-365D-EB06-1630-E80A88E290F3}"/>
                    </a:ext>
                  </a:extLst>
                </p:cNvPr>
                <p:cNvSpPr txBox="1"/>
                <p:nvPr/>
              </p:nvSpPr>
              <p:spPr>
                <a:xfrm>
                  <a:off x="4203723" y="1888367"/>
                  <a:ext cx="673582" cy="237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kumimoji="1" lang="en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𝐻</m:t>
                        </m:r>
                        <m:sSubSup>
                          <m:sSubSupPr>
                            <m:ctrlP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𝑔𝑒𝑜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4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A8CBB9F1-2C47-452D-C304-9DD5A2968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3723" y="1888367"/>
                  <a:ext cx="673582" cy="237181"/>
                </a:xfrm>
                <a:prstGeom prst="rect">
                  <a:avLst/>
                </a:prstGeom>
                <a:blipFill>
                  <a:blip r:embed="rId13"/>
                  <a:stretch>
                    <a:fillRect l="-7547" r="-1887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8" name="直线箭头连接符 247">
              <a:extLst>
                <a:ext uri="{FF2B5EF4-FFF2-40B4-BE49-F238E27FC236}">
                  <a16:creationId xmlns:a16="http://schemas.microsoft.com/office/drawing/2014/main" id="{7D581CE6-4E8E-0489-1103-95254F511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2445" y="2060041"/>
              <a:ext cx="156961" cy="2502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A4FD3DD1-3CEF-2BC0-0AB6-4DE7B3B2DFDD}"/>
              </a:ext>
            </a:extLst>
          </p:cNvPr>
          <p:cNvGrpSpPr/>
          <p:nvPr/>
        </p:nvGrpSpPr>
        <p:grpSpPr>
          <a:xfrm>
            <a:off x="3322445" y="2478190"/>
            <a:ext cx="1517703" cy="581758"/>
            <a:chOff x="3322445" y="2479610"/>
            <a:chExt cx="1517703" cy="581758"/>
          </a:xfrm>
        </p:grpSpPr>
        <p:sp>
          <p:nvSpPr>
            <p:cNvPr id="250" name="立方体 249">
              <a:extLst>
                <a:ext uri="{FF2B5EF4-FFF2-40B4-BE49-F238E27FC236}">
                  <a16:creationId xmlns:a16="http://schemas.microsoft.com/office/drawing/2014/main" id="{A04FFC0F-E8C2-9392-37E9-C24AA0C8BCFB}"/>
                </a:ext>
              </a:extLst>
            </p:cNvPr>
            <p:cNvSpPr/>
            <p:nvPr/>
          </p:nvSpPr>
          <p:spPr>
            <a:xfrm>
              <a:off x="3457476" y="2479610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14"/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0AFF3E83-00B4-DDD4-3442-DAC1E29F5B3C}"/>
                    </a:ext>
                  </a:extLst>
                </p:cNvPr>
                <p:cNvSpPr txBox="1"/>
                <p:nvPr/>
              </p:nvSpPr>
              <p:spPr>
                <a:xfrm>
                  <a:off x="4240881" y="2657669"/>
                  <a:ext cx="599267" cy="225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kumimoji="1" lang="en" altLang="zh-CN" sz="1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𝐿</m:t>
                        </m:r>
                        <m:sSubSup>
                          <m:sSubSupPr>
                            <m:ctrlP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" altLang="zh-CN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3AD4B284-A667-6366-A049-70CD44216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0881" y="2657669"/>
                  <a:ext cx="599267" cy="225639"/>
                </a:xfrm>
                <a:prstGeom prst="rect">
                  <a:avLst/>
                </a:prstGeom>
                <a:blipFill>
                  <a:blip r:embed="rId15"/>
                  <a:stretch>
                    <a:fillRect l="-8333" t="-5263" r="-2083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2" name="直线箭头连接符 251">
              <a:extLst>
                <a:ext uri="{FF2B5EF4-FFF2-40B4-BE49-F238E27FC236}">
                  <a16:creationId xmlns:a16="http://schemas.microsoft.com/office/drawing/2014/main" id="{39B828A9-1709-DE5C-F98C-69E38DE4912A}"/>
                </a:ext>
              </a:extLst>
            </p:cNvPr>
            <p:cNvCxnSpPr>
              <a:cxnSpLocks/>
            </p:cNvCxnSpPr>
            <p:nvPr/>
          </p:nvCxnSpPr>
          <p:spPr>
            <a:xfrm>
              <a:off x="3322445" y="2781547"/>
              <a:ext cx="15696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53" name="圆角矩形 252">
            <a:extLst>
              <a:ext uri="{FF2B5EF4-FFF2-40B4-BE49-F238E27FC236}">
                <a16:creationId xmlns:a16="http://schemas.microsoft.com/office/drawing/2014/main" id="{3FA8CBA9-AEBF-C38D-5E51-46A2AF2B9FC6}"/>
              </a:ext>
            </a:extLst>
          </p:cNvPr>
          <p:cNvSpPr/>
          <p:nvPr/>
        </p:nvSpPr>
        <p:spPr>
          <a:xfrm>
            <a:off x="262890" y="59016"/>
            <a:ext cx="11681460" cy="3327697"/>
          </a:xfrm>
          <a:prstGeom prst="round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54" name="肘形连接符 253">
            <a:extLst>
              <a:ext uri="{FF2B5EF4-FFF2-40B4-BE49-F238E27FC236}">
                <a16:creationId xmlns:a16="http://schemas.microsoft.com/office/drawing/2014/main" id="{1AA10EEF-E3DA-0C9D-D56A-A34ECBED9B3B}"/>
              </a:ext>
            </a:extLst>
          </p:cNvPr>
          <p:cNvCxnSpPr>
            <a:cxnSpLocks/>
            <a:stCxn id="262" idx="5"/>
            <a:endCxn id="256" idx="1"/>
          </p:cNvCxnSpPr>
          <p:nvPr/>
        </p:nvCxnSpPr>
        <p:spPr>
          <a:xfrm>
            <a:off x="9353843" y="1174298"/>
            <a:ext cx="711437" cy="83749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5" name="肘形连接符 254">
            <a:extLst>
              <a:ext uri="{FF2B5EF4-FFF2-40B4-BE49-F238E27FC236}">
                <a16:creationId xmlns:a16="http://schemas.microsoft.com/office/drawing/2014/main" id="{0BFBCDFD-FB2E-E2BF-CAE3-66F13F42F96B}"/>
              </a:ext>
            </a:extLst>
          </p:cNvPr>
          <p:cNvCxnSpPr>
            <a:cxnSpLocks/>
            <a:stCxn id="268" idx="5"/>
            <a:endCxn id="256" idx="1"/>
          </p:cNvCxnSpPr>
          <p:nvPr/>
        </p:nvCxnSpPr>
        <p:spPr>
          <a:xfrm flipV="1">
            <a:off x="9353843" y="2011795"/>
            <a:ext cx="711437" cy="7256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6" name="圆角矩形 255">
            <a:extLst>
              <a:ext uri="{FF2B5EF4-FFF2-40B4-BE49-F238E27FC236}">
                <a16:creationId xmlns:a16="http://schemas.microsoft.com/office/drawing/2014/main" id="{E6F457E3-D8A4-4AB4-707D-F2B8F6B87D61}"/>
              </a:ext>
            </a:extLst>
          </p:cNvPr>
          <p:cNvSpPr/>
          <p:nvPr/>
        </p:nvSpPr>
        <p:spPr>
          <a:xfrm>
            <a:off x="10065280" y="980728"/>
            <a:ext cx="368866" cy="2062133"/>
          </a:xfrm>
          <a:prstGeom prst="roundRect">
            <a:avLst/>
          </a:prstGeom>
          <a:solidFill>
            <a:srgbClr val="FFF1D6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最大响应掩膜融合</a:t>
            </a:r>
          </a:p>
        </p:txBody>
      </p:sp>
      <p:cxnSp>
        <p:nvCxnSpPr>
          <p:cNvPr id="257" name="直线箭头连接符 256">
            <a:extLst>
              <a:ext uri="{FF2B5EF4-FFF2-40B4-BE49-F238E27FC236}">
                <a16:creationId xmlns:a16="http://schemas.microsoft.com/office/drawing/2014/main" id="{73C615A6-B032-13C9-8A62-0EB421F70921}"/>
              </a:ext>
            </a:extLst>
          </p:cNvPr>
          <p:cNvCxnSpPr>
            <a:cxnSpLocks/>
            <a:stCxn id="256" idx="3"/>
            <a:endCxn id="259" idx="2"/>
          </p:cNvCxnSpPr>
          <p:nvPr/>
        </p:nvCxnSpPr>
        <p:spPr>
          <a:xfrm flipV="1">
            <a:off x="10434146" y="2011548"/>
            <a:ext cx="325020" cy="24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58" name="组合 257">
            <a:extLst>
              <a:ext uri="{FF2B5EF4-FFF2-40B4-BE49-F238E27FC236}">
                <a16:creationId xmlns:a16="http://schemas.microsoft.com/office/drawing/2014/main" id="{34F97F3C-761B-A113-0FA9-6679C78E3A5F}"/>
              </a:ext>
            </a:extLst>
          </p:cNvPr>
          <p:cNvGrpSpPr/>
          <p:nvPr/>
        </p:nvGrpSpPr>
        <p:grpSpPr>
          <a:xfrm>
            <a:off x="10677790" y="1340768"/>
            <a:ext cx="917302" cy="947109"/>
            <a:chOff x="10328496" y="1578088"/>
            <a:chExt cx="917302" cy="947109"/>
          </a:xfrm>
        </p:grpSpPr>
        <p:sp>
          <p:nvSpPr>
            <p:cNvPr id="259" name="立方体 258">
              <a:extLst>
                <a:ext uri="{FF2B5EF4-FFF2-40B4-BE49-F238E27FC236}">
                  <a16:creationId xmlns:a16="http://schemas.microsoft.com/office/drawing/2014/main" id="{12552298-2F4F-5B72-2CD7-11A69EF953FD}"/>
                </a:ext>
              </a:extLst>
            </p:cNvPr>
            <p:cNvSpPr/>
            <p:nvPr/>
          </p:nvSpPr>
          <p:spPr>
            <a:xfrm>
              <a:off x="10409872" y="1943439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16"/>
              <a:srcRect/>
              <a:stretch>
                <a:fillRect/>
              </a:stretch>
            </a:blip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6ACB2839-49B4-F791-264D-5278B8241BCA}"/>
                    </a:ext>
                  </a:extLst>
                </p:cNvPr>
                <p:cNvSpPr txBox="1"/>
                <p:nvPr/>
              </p:nvSpPr>
              <p:spPr>
                <a:xfrm>
                  <a:off x="10328496" y="1578088"/>
                  <a:ext cx="917302" cy="2860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𝑤𝑎𝑣𝑒𝑙𝑒𝑡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4BDFB6CB-4544-036F-3AEE-D49BDA3C20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496" y="1578088"/>
                  <a:ext cx="917302" cy="286040"/>
                </a:xfrm>
                <a:prstGeom prst="rect">
                  <a:avLst/>
                </a:prstGeom>
                <a:blipFill>
                  <a:blip r:embed="rId17"/>
                  <a:stretch>
                    <a:fillRect l="-2740" t="-4348" r="-1370"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1" name="圆角矩形 260">
            <a:extLst>
              <a:ext uri="{FF2B5EF4-FFF2-40B4-BE49-F238E27FC236}">
                <a16:creationId xmlns:a16="http://schemas.microsoft.com/office/drawing/2014/main" id="{F66CF466-4621-0242-1A42-F3DC636651DD}"/>
              </a:ext>
            </a:extLst>
          </p:cNvPr>
          <p:cNvSpPr/>
          <p:nvPr/>
        </p:nvSpPr>
        <p:spPr>
          <a:xfrm>
            <a:off x="5148380" y="659753"/>
            <a:ext cx="2479751" cy="1089033"/>
          </a:xfrm>
          <a:prstGeom prst="roundRect">
            <a:avLst/>
          </a:prstGeom>
          <a:solidFill>
            <a:srgbClr val="F6D1B3"/>
          </a:solidFill>
          <a:ln w="12700" cap="flat" cmpd="sng" algn="ctr">
            <a:solidFill>
              <a:srgbClr val="E87522"/>
            </a:solidFill>
            <a:prstDash val="solid"/>
            <a:miter lim="800000"/>
          </a:ln>
          <a:effectLst>
            <a:outerShdw blurRad="101600" dist="50800" dir="5400000" algn="ctr" rotWithShape="0">
              <a:srgbClr val="EE822F">
                <a:alpha val="6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局部高频退化响应掩膜估计模块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(LHFM)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2" name="立方体 261">
            <a:extLst>
              <a:ext uri="{FF2B5EF4-FFF2-40B4-BE49-F238E27FC236}">
                <a16:creationId xmlns:a16="http://schemas.microsoft.com/office/drawing/2014/main" id="{276F5340-71BA-A041-FCF5-2A4FCDB56466}"/>
              </a:ext>
            </a:extLst>
          </p:cNvPr>
          <p:cNvSpPr/>
          <p:nvPr/>
        </p:nvSpPr>
        <p:spPr>
          <a:xfrm>
            <a:off x="8599292" y="897969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18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3" name="直线箭头连接符 262">
            <a:extLst>
              <a:ext uri="{FF2B5EF4-FFF2-40B4-BE49-F238E27FC236}">
                <a16:creationId xmlns:a16="http://schemas.microsoft.com/office/drawing/2014/main" id="{E679F2AA-3674-0804-8F92-1310C3C65609}"/>
              </a:ext>
            </a:extLst>
          </p:cNvPr>
          <p:cNvCxnSpPr>
            <a:cxnSpLocks/>
            <a:stCxn id="261" idx="3"/>
            <a:endCxn id="265" idx="1"/>
          </p:cNvCxnSpPr>
          <p:nvPr/>
        </p:nvCxnSpPr>
        <p:spPr>
          <a:xfrm flipV="1">
            <a:off x="7628131" y="1201467"/>
            <a:ext cx="298380" cy="280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8E21ED37-6572-8BA5-F2E7-0FABCE6839A2}"/>
                  </a:ext>
                </a:extLst>
              </p:cNvPr>
              <p:cNvSpPr txBox="1"/>
              <p:nvPr/>
            </p:nvSpPr>
            <p:spPr>
              <a:xfrm>
                <a:off x="8599292" y="579252"/>
                <a:ext cx="673326" cy="286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𝑙𝑜𝑐𝑎𝑙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FE04C1DF-8EE6-E0DF-80DF-308B7BCCA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292" y="579252"/>
                <a:ext cx="673326" cy="286040"/>
              </a:xfrm>
              <a:prstGeom prst="rect">
                <a:avLst/>
              </a:prstGeom>
              <a:blipFill>
                <a:blip r:embed="rId19"/>
                <a:stretch>
                  <a:fillRect l="-5556" r="-1852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" name="圆角矩形 264">
            <a:extLst>
              <a:ext uri="{FF2B5EF4-FFF2-40B4-BE49-F238E27FC236}">
                <a16:creationId xmlns:a16="http://schemas.microsoft.com/office/drawing/2014/main" id="{610A6FD7-DB1B-D0A8-1EC7-CAF7FD77D628}"/>
              </a:ext>
            </a:extLst>
          </p:cNvPr>
          <p:cNvSpPr/>
          <p:nvPr/>
        </p:nvSpPr>
        <p:spPr>
          <a:xfrm>
            <a:off x="7926511" y="658930"/>
            <a:ext cx="316551" cy="1085073"/>
          </a:xfrm>
          <a:prstGeom prst="roundRect">
            <a:avLst/>
          </a:prstGeom>
          <a:solidFill>
            <a:srgbClr val="F4F4F5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</a:rPr>
              <a:t>上采样</a:t>
            </a:r>
            <a:endParaRPr kumimoji="1" lang="en-US" altLang="zh-CN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266" name="直线箭头连接符 265">
            <a:extLst>
              <a:ext uri="{FF2B5EF4-FFF2-40B4-BE49-F238E27FC236}">
                <a16:creationId xmlns:a16="http://schemas.microsoft.com/office/drawing/2014/main" id="{9D1E604A-7EF1-377E-DB02-0863A0130A18}"/>
              </a:ext>
            </a:extLst>
          </p:cNvPr>
          <p:cNvCxnSpPr>
            <a:cxnSpLocks/>
            <a:stCxn id="265" idx="3"/>
            <a:endCxn id="262" idx="2"/>
          </p:cNvCxnSpPr>
          <p:nvPr/>
        </p:nvCxnSpPr>
        <p:spPr>
          <a:xfrm>
            <a:off x="8243062" y="1201467"/>
            <a:ext cx="356230" cy="193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7" name="圆角矩形 266">
            <a:extLst>
              <a:ext uri="{FF2B5EF4-FFF2-40B4-BE49-F238E27FC236}">
                <a16:creationId xmlns:a16="http://schemas.microsoft.com/office/drawing/2014/main" id="{A3425465-8658-1875-F600-C7E5E540D0D4}"/>
              </a:ext>
            </a:extLst>
          </p:cNvPr>
          <p:cNvSpPr/>
          <p:nvPr/>
        </p:nvSpPr>
        <p:spPr>
          <a:xfrm>
            <a:off x="5136226" y="2329449"/>
            <a:ext cx="2479751" cy="877628"/>
          </a:xfrm>
          <a:prstGeom prst="roundRect">
            <a:avLst/>
          </a:prstGeom>
          <a:solidFill>
            <a:srgbClr val="FBE7A2"/>
          </a:solidFill>
          <a:ln w="12700" cap="flat" cmpd="sng" algn="ctr">
            <a:solidFill>
              <a:srgbClr val="E0A21A"/>
            </a:solidFill>
            <a:prstDash val="solid"/>
            <a:miter lim="800000"/>
          </a:ln>
          <a:effectLst>
            <a:outerShdw blurRad="101600" dist="50800" dir="5400000" algn="ctr" rotWithShape="0">
              <a:srgbClr val="EE822F">
                <a:alpha val="6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全局时域闪烁响应掩膜估计模块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(GFM)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8" name="立方体 267">
            <a:extLst>
              <a:ext uri="{FF2B5EF4-FFF2-40B4-BE49-F238E27FC236}">
                <a16:creationId xmlns:a16="http://schemas.microsoft.com/office/drawing/2014/main" id="{113D6FA1-6B2E-B3A1-054F-39D05965A933}"/>
              </a:ext>
            </a:extLst>
          </p:cNvPr>
          <p:cNvSpPr/>
          <p:nvPr/>
        </p:nvSpPr>
        <p:spPr>
          <a:xfrm>
            <a:off x="8599292" y="2461103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16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9" name="直线箭头连接符 268">
            <a:extLst>
              <a:ext uri="{FF2B5EF4-FFF2-40B4-BE49-F238E27FC236}">
                <a16:creationId xmlns:a16="http://schemas.microsoft.com/office/drawing/2014/main" id="{A235F9BE-EDCC-3D46-D36D-6DA32D0C1545}"/>
              </a:ext>
            </a:extLst>
          </p:cNvPr>
          <p:cNvCxnSpPr>
            <a:cxnSpLocks/>
            <a:stCxn id="267" idx="3"/>
            <a:endCxn id="271" idx="1"/>
          </p:cNvCxnSpPr>
          <p:nvPr/>
        </p:nvCxnSpPr>
        <p:spPr>
          <a:xfrm flipV="1">
            <a:off x="7615977" y="2766926"/>
            <a:ext cx="290484" cy="133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8EF44CA5-DC35-3538-EFEA-D43E352CE781}"/>
                  </a:ext>
                </a:extLst>
              </p:cNvPr>
              <p:cNvSpPr txBox="1"/>
              <p:nvPr/>
            </p:nvSpPr>
            <p:spPr>
              <a:xfrm>
                <a:off x="8599292" y="2098381"/>
                <a:ext cx="858953" cy="3367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𝑓𝑙𝑖𝑐𝑘𝑒𝑟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B18EEA3B-B3FB-64B9-56EC-3D34590B1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292" y="2098381"/>
                <a:ext cx="858953" cy="336759"/>
              </a:xfrm>
              <a:prstGeom prst="rect">
                <a:avLst/>
              </a:prstGeom>
              <a:blipFill>
                <a:blip r:embed="rId20"/>
                <a:stretch>
                  <a:fillRect l="-4412" t="-3704" r="-4412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" name="圆角矩形 270">
            <a:extLst>
              <a:ext uri="{FF2B5EF4-FFF2-40B4-BE49-F238E27FC236}">
                <a16:creationId xmlns:a16="http://schemas.microsoft.com/office/drawing/2014/main" id="{3A69BF12-F35A-3F10-28C3-F9B0CFDE5B64}"/>
              </a:ext>
            </a:extLst>
          </p:cNvPr>
          <p:cNvSpPr/>
          <p:nvPr/>
        </p:nvSpPr>
        <p:spPr>
          <a:xfrm>
            <a:off x="7906461" y="2224389"/>
            <a:ext cx="316551" cy="1085073"/>
          </a:xfrm>
          <a:prstGeom prst="roundRect">
            <a:avLst/>
          </a:prstGeom>
          <a:solidFill>
            <a:srgbClr val="F4F4F5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</a:rPr>
              <a:t>上采样</a:t>
            </a:r>
            <a:endParaRPr kumimoji="1" lang="en-US" altLang="zh-CN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272" name="直线箭头连接符 271">
            <a:extLst>
              <a:ext uri="{FF2B5EF4-FFF2-40B4-BE49-F238E27FC236}">
                <a16:creationId xmlns:a16="http://schemas.microsoft.com/office/drawing/2014/main" id="{E3F4D72F-EF1F-EA12-BE60-86CFDBC5A609}"/>
              </a:ext>
            </a:extLst>
          </p:cNvPr>
          <p:cNvCxnSpPr>
            <a:cxnSpLocks/>
            <a:stCxn id="271" idx="3"/>
            <a:endCxn id="268" idx="2"/>
          </p:cNvCxnSpPr>
          <p:nvPr/>
        </p:nvCxnSpPr>
        <p:spPr>
          <a:xfrm flipV="1">
            <a:off x="8223012" y="2766532"/>
            <a:ext cx="376280" cy="394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3" name="文本框 272">
            <a:extLst>
              <a:ext uri="{FF2B5EF4-FFF2-40B4-BE49-F238E27FC236}">
                <a16:creationId xmlns:a16="http://schemas.microsoft.com/office/drawing/2014/main" id="{FFF8CA6E-388B-14B9-30EA-F288EAEF5646}"/>
              </a:ext>
            </a:extLst>
          </p:cNvPr>
          <p:cNvSpPr txBox="1"/>
          <p:nvPr/>
        </p:nvSpPr>
        <p:spPr>
          <a:xfrm>
            <a:off x="3980867" y="61079"/>
            <a:ext cx="426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">
                <a:solidFill>
                  <a:prstClr val="blac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第一阶段</a:t>
            </a:r>
            <a:r>
              <a:rPr kumimoji="1" lang="en" altLang="zh-CN">
                <a:solidFill>
                  <a:prstClr val="blac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:</a:t>
            </a:r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小波域退化感知掩膜先验估计</a:t>
            </a:r>
          </a:p>
        </p:txBody>
      </p:sp>
      <p:cxnSp>
        <p:nvCxnSpPr>
          <p:cNvPr id="274" name="肘形连接符 273">
            <a:extLst>
              <a:ext uri="{FF2B5EF4-FFF2-40B4-BE49-F238E27FC236}">
                <a16:creationId xmlns:a16="http://schemas.microsoft.com/office/drawing/2014/main" id="{B41B7F16-3923-8A60-1F84-37A79D605522}"/>
              </a:ext>
            </a:extLst>
          </p:cNvPr>
          <p:cNvCxnSpPr>
            <a:cxnSpLocks/>
            <a:stCxn id="239" idx="3"/>
            <a:endCxn id="261" idx="1"/>
          </p:cNvCxnSpPr>
          <p:nvPr/>
        </p:nvCxnSpPr>
        <p:spPr>
          <a:xfrm>
            <a:off x="4858871" y="702603"/>
            <a:ext cx="289509" cy="501667"/>
          </a:xfrm>
          <a:prstGeom prst="bentConnector3">
            <a:avLst>
              <a:gd name="adj1" fmla="val 48904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5" name="肘形连接符 274">
            <a:extLst>
              <a:ext uri="{FF2B5EF4-FFF2-40B4-BE49-F238E27FC236}">
                <a16:creationId xmlns:a16="http://schemas.microsoft.com/office/drawing/2014/main" id="{16B887B7-CA92-D1A1-354A-90496E45E3E5}"/>
              </a:ext>
            </a:extLst>
          </p:cNvPr>
          <p:cNvCxnSpPr>
            <a:cxnSpLocks/>
            <a:stCxn id="243" idx="3"/>
            <a:endCxn id="261" idx="1"/>
          </p:cNvCxnSpPr>
          <p:nvPr/>
        </p:nvCxnSpPr>
        <p:spPr>
          <a:xfrm flipV="1">
            <a:off x="4851849" y="1204270"/>
            <a:ext cx="296531" cy="21075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6" name="肘形连接符 275">
            <a:extLst>
              <a:ext uri="{FF2B5EF4-FFF2-40B4-BE49-F238E27FC236}">
                <a16:creationId xmlns:a16="http://schemas.microsoft.com/office/drawing/2014/main" id="{2F83DF15-C249-DCF5-63EC-7BEA7BF2FCF3}"/>
              </a:ext>
            </a:extLst>
          </p:cNvPr>
          <p:cNvCxnSpPr>
            <a:cxnSpLocks/>
            <a:stCxn id="247" idx="3"/>
            <a:endCxn id="261" idx="1"/>
          </p:cNvCxnSpPr>
          <p:nvPr/>
        </p:nvCxnSpPr>
        <p:spPr>
          <a:xfrm flipV="1">
            <a:off x="4877305" y="1204270"/>
            <a:ext cx="271075" cy="877628"/>
          </a:xfrm>
          <a:prstGeom prst="bentConnector3">
            <a:avLst>
              <a:gd name="adj1" fmla="val 45315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E137D3C2-B363-F337-63FB-6A735337E4E3}"/>
              </a:ext>
            </a:extLst>
          </p:cNvPr>
          <p:cNvCxnSpPr>
            <a:cxnSpLocks/>
            <a:stCxn id="251" idx="3"/>
            <a:endCxn id="267" idx="1"/>
          </p:cNvCxnSpPr>
          <p:nvPr/>
        </p:nvCxnSpPr>
        <p:spPr>
          <a:xfrm flipV="1">
            <a:off x="4840148" y="2768263"/>
            <a:ext cx="296078" cy="80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CA521390-183C-B611-2826-9EDDA0F41226}"/>
              </a:ext>
            </a:extLst>
          </p:cNvPr>
          <p:cNvGrpSpPr/>
          <p:nvPr/>
        </p:nvGrpSpPr>
        <p:grpSpPr>
          <a:xfrm>
            <a:off x="748261" y="3997375"/>
            <a:ext cx="1122473" cy="581758"/>
            <a:chOff x="734462" y="3997375"/>
            <a:chExt cx="1122473" cy="581758"/>
          </a:xfrm>
        </p:grpSpPr>
        <p:sp>
          <p:nvSpPr>
            <p:cNvPr id="279" name="立方体 278">
              <a:extLst>
                <a:ext uri="{FF2B5EF4-FFF2-40B4-BE49-F238E27FC236}">
                  <a16:creationId xmlns:a16="http://schemas.microsoft.com/office/drawing/2014/main" id="{6A064D05-9CD4-3011-D0BF-B00CB7F9D955}"/>
                </a:ext>
              </a:extLst>
            </p:cNvPr>
            <p:cNvSpPr/>
            <p:nvPr/>
          </p:nvSpPr>
          <p:spPr>
            <a:xfrm>
              <a:off x="1102384" y="3997375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46E4A5C3-6A8E-6FF3-8CFC-91163610F1FA}"/>
                    </a:ext>
                  </a:extLst>
                </p:cNvPr>
                <p:cNvSpPr txBox="1"/>
                <p:nvPr/>
              </p:nvSpPr>
              <p:spPr>
                <a:xfrm>
                  <a:off x="734462" y="4115963"/>
                  <a:ext cx="369204" cy="3261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3632A440-7073-F928-0B16-59E4447C8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62" y="4115963"/>
                  <a:ext cx="369204" cy="326115"/>
                </a:xfrm>
                <a:prstGeom prst="rect">
                  <a:avLst/>
                </a:prstGeom>
                <a:blipFill>
                  <a:blip r:embed="rId21"/>
                  <a:stretch>
                    <a:fillRect l="-17241" r="-6897"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601B81F9-422A-3A63-B07C-ED7414E93A14}"/>
              </a:ext>
            </a:extLst>
          </p:cNvPr>
          <p:cNvGrpSpPr/>
          <p:nvPr/>
        </p:nvGrpSpPr>
        <p:grpSpPr>
          <a:xfrm>
            <a:off x="734462" y="4927042"/>
            <a:ext cx="1136272" cy="581758"/>
            <a:chOff x="734462" y="4927042"/>
            <a:chExt cx="1136272" cy="581758"/>
          </a:xfrm>
        </p:grpSpPr>
        <p:sp>
          <p:nvSpPr>
            <p:cNvPr id="282" name="立方体 281">
              <a:extLst>
                <a:ext uri="{FF2B5EF4-FFF2-40B4-BE49-F238E27FC236}">
                  <a16:creationId xmlns:a16="http://schemas.microsoft.com/office/drawing/2014/main" id="{47B0B7E6-8EBE-BF81-FE2A-A832C1C4A22C}"/>
                </a:ext>
              </a:extLst>
            </p:cNvPr>
            <p:cNvSpPr/>
            <p:nvPr/>
          </p:nvSpPr>
          <p:spPr>
            <a:xfrm>
              <a:off x="1102383" y="4927042"/>
              <a:ext cx="7683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71CCEE56-EC47-B17E-269E-A4156F9E4E29}"/>
                    </a:ext>
                  </a:extLst>
                </p:cNvPr>
                <p:cNvSpPr txBox="1"/>
                <p:nvPr/>
              </p:nvSpPr>
              <p:spPr>
                <a:xfrm>
                  <a:off x="734462" y="5045630"/>
                  <a:ext cx="369204" cy="3247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A3C4BB67-DE4C-3A4B-8A3D-375E184E5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62" y="5045630"/>
                  <a:ext cx="369204" cy="324704"/>
                </a:xfrm>
                <a:prstGeom prst="rect">
                  <a:avLst/>
                </a:prstGeom>
                <a:blipFill>
                  <a:blip r:embed="rId22"/>
                  <a:stretch>
                    <a:fillRect l="-13333" r="-6667"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C1ADCEC0-6B91-3D7B-36CB-E9B371B5EC64}"/>
              </a:ext>
            </a:extLst>
          </p:cNvPr>
          <p:cNvGrpSpPr/>
          <p:nvPr/>
        </p:nvGrpSpPr>
        <p:grpSpPr>
          <a:xfrm>
            <a:off x="721459" y="5856709"/>
            <a:ext cx="1149275" cy="581758"/>
            <a:chOff x="707659" y="5856709"/>
            <a:chExt cx="1149275" cy="581758"/>
          </a:xfrm>
        </p:grpSpPr>
        <p:sp>
          <p:nvSpPr>
            <p:cNvPr id="285" name="立方体 284">
              <a:extLst>
                <a:ext uri="{FF2B5EF4-FFF2-40B4-BE49-F238E27FC236}">
                  <a16:creationId xmlns:a16="http://schemas.microsoft.com/office/drawing/2014/main" id="{92F92910-C83A-C315-72A6-8E2ABAD7528B}"/>
                </a:ext>
              </a:extLst>
            </p:cNvPr>
            <p:cNvSpPr/>
            <p:nvPr/>
          </p:nvSpPr>
          <p:spPr>
            <a:xfrm>
              <a:off x="1102383" y="5856709"/>
              <a:ext cx="754551" cy="581758"/>
            </a:xfrm>
            <a:prstGeom prst="cube">
              <a:avLst>
                <a:gd name="adj" fmla="val 5002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文本框 285">
                  <a:extLst>
                    <a:ext uri="{FF2B5EF4-FFF2-40B4-BE49-F238E27FC236}">
                      <a16:creationId xmlns:a16="http://schemas.microsoft.com/office/drawing/2014/main" id="{B8EF2CD7-1730-E540-9821-0D9F4E0F81A0}"/>
                    </a:ext>
                  </a:extLst>
                </p:cNvPr>
                <p:cNvSpPr txBox="1"/>
                <p:nvPr/>
              </p:nvSpPr>
              <p:spPr>
                <a:xfrm>
                  <a:off x="707659" y="5956540"/>
                  <a:ext cx="433324" cy="3261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zh-CN" alt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kumimoji="1" lang="en-US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𝐿𝑄</m:t>
                            </m:r>
                          </m:sup>
                        </m:sSubSup>
                      </m:oMath>
                    </m:oMathPara>
                  </a14:m>
                  <a:endParaRPr kumimoji="1" lang="zh-CN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6" name="文本框 285">
                  <a:extLst>
                    <a:ext uri="{FF2B5EF4-FFF2-40B4-BE49-F238E27FC236}">
                      <a16:creationId xmlns:a16="http://schemas.microsoft.com/office/drawing/2014/main" id="{31A6E8B9-AA04-EE47-EF71-B080CB206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659" y="5956540"/>
                  <a:ext cx="433324" cy="326115"/>
                </a:xfrm>
                <a:prstGeom prst="rect">
                  <a:avLst/>
                </a:prstGeom>
                <a:blipFill>
                  <a:blip r:embed="rId23"/>
                  <a:stretch>
                    <a:fillRect l="-11429" r="-5714" b="-148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7" name="文本框 286">
            <a:extLst>
              <a:ext uri="{FF2B5EF4-FFF2-40B4-BE49-F238E27FC236}">
                <a16:creationId xmlns:a16="http://schemas.microsoft.com/office/drawing/2014/main" id="{E59E90CE-75B3-A689-EF62-230391499ACE}"/>
              </a:ext>
            </a:extLst>
          </p:cNvPr>
          <p:cNvSpPr txBox="1"/>
          <p:nvPr/>
        </p:nvSpPr>
        <p:spPr>
          <a:xfrm>
            <a:off x="3764631" y="3562273"/>
            <a:ext cx="469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">
                <a:solidFill>
                  <a:prstClr val="blac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第二阶段</a:t>
            </a:r>
            <a:r>
              <a:rPr kumimoji="1" lang="en" altLang="zh-CN">
                <a:solidFill>
                  <a:prstClr val="blac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:</a:t>
            </a:r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小波感知门控引导的双向时域传播</a:t>
            </a:r>
          </a:p>
        </p:txBody>
      </p:sp>
      <p:cxnSp>
        <p:nvCxnSpPr>
          <p:cNvPr id="288" name="直线箭头连接符 287">
            <a:extLst>
              <a:ext uri="{FF2B5EF4-FFF2-40B4-BE49-F238E27FC236}">
                <a16:creationId xmlns:a16="http://schemas.microsoft.com/office/drawing/2014/main" id="{9172909B-131D-4725-B3AF-BB65EA02FCD4}"/>
              </a:ext>
            </a:extLst>
          </p:cNvPr>
          <p:cNvCxnSpPr>
            <a:cxnSpLocks/>
            <a:stCxn id="289" idx="3"/>
            <a:endCxn id="291" idx="2"/>
          </p:cNvCxnSpPr>
          <p:nvPr/>
        </p:nvCxnSpPr>
        <p:spPr>
          <a:xfrm>
            <a:off x="3069052" y="4297562"/>
            <a:ext cx="336121" cy="22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9" name="圆角矩形 288">
            <a:extLst>
              <a:ext uri="{FF2B5EF4-FFF2-40B4-BE49-F238E27FC236}">
                <a16:creationId xmlns:a16="http://schemas.microsoft.com/office/drawing/2014/main" id="{E59AC711-9504-0A46-336C-498077AEE3AC}"/>
              </a:ext>
            </a:extLst>
          </p:cNvPr>
          <p:cNvSpPr/>
          <p:nvPr/>
        </p:nvSpPr>
        <p:spPr>
          <a:xfrm>
            <a:off x="2153894" y="3994479"/>
            <a:ext cx="915158" cy="606165"/>
          </a:xfrm>
          <a:prstGeom prst="roundRect">
            <a:avLst/>
          </a:prstGeom>
          <a:solidFill>
            <a:srgbClr val="EEF5FF"/>
          </a:solidFill>
          <a:ln w="12700" cap="flat" cmpd="sng" algn="ctr">
            <a:solidFill>
              <a:srgbClr val="5B7FA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</a:rPr>
              <a:t>光流</a:t>
            </a:r>
            <a:endParaRPr kumimoji="1" lang="en-US" altLang="zh-CN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</a:rPr>
              <a:t>对齐</a:t>
            </a:r>
          </a:p>
        </p:txBody>
      </p:sp>
      <p:cxnSp>
        <p:nvCxnSpPr>
          <p:cNvPr id="290" name="直线箭头连接符 289">
            <a:extLst>
              <a:ext uri="{FF2B5EF4-FFF2-40B4-BE49-F238E27FC236}">
                <a16:creationId xmlns:a16="http://schemas.microsoft.com/office/drawing/2014/main" id="{FFBF2130-6879-B9E7-D6C8-553609AB7A35}"/>
              </a:ext>
            </a:extLst>
          </p:cNvPr>
          <p:cNvCxnSpPr>
            <a:cxnSpLocks/>
            <a:endCxn id="289" idx="1"/>
          </p:cNvCxnSpPr>
          <p:nvPr/>
        </p:nvCxnSpPr>
        <p:spPr>
          <a:xfrm>
            <a:off x="1864204" y="4297562"/>
            <a:ext cx="289690" cy="0"/>
          </a:xfrm>
          <a:prstGeom prst="straightConnector1">
            <a:avLst/>
          </a:prstGeom>
          <a:solidFill>
            <a:srgbClr val="EEF5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1" name="立方体 290">
            <a:extLst>
              <a:ext uri="{FF2B5EF4-FFF2-40B4-BE49-F238E27FC236}">
                <a16:creationId xmlns:a16="http://schemas.microsoft.com/office/drawing/2014/main" id="{B3E140EB-4CB0-7A4F-CF88-52A259F398B3}"/>
              </a:ext>
            </a:extLst>
          </p:cNvPr>
          <p:cNvSpPr/>
          <p:nvPr/>
        </p:nvSpPr>
        <p:spPr>
          <a:xfrm>
            <a:off x="3405173" y="3992355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24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2" name="圆角矩形 291">
            <a:extLst>
              <a:ext uri="{FF2B5EF4-FFF2-40B4-BE49-F238E27FC236}">
                <a16:creationId xmlns:a16="http://schemas.microsoft.com/office/drawing/2014/main" id="{1F996BFC-243B-00A7-D128-3E665F3D553F}"/>
              </a:ext>
            </a:extLst>
          </p:cNvPr>
          <p:cNvSpPr/>
          <p:nvPr/>
        </p:nvSpPr>
        <p:spPr>
          <a:xfrm>
            <a:off x="4440795" y="3992355"/>
            <a:ext cx="1205220" cy="606165"/>
          </a:xfrm>
          <a:prstGeom prst="roundRect">
            <a:avLst/>
          </a:prstGeom>
          <a:solidFill>
            <a:srgbClr val="F2ECFA"/>
          </a:solidFill>
          <a:ln w="12700" cap="flat" cmpd="sng" algn="ctr">
            <a:solidFill>
              <a:srgbClr val="6B5CA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zh-CN" sz="1400" b="1">
                <a:latin typeface="SimSun" panose="02010600030101010101" pitchFamily="2" charset="-122"/>
                <a:ea typeface="SimSun" panose="02010600030101010101" pitchFamily="2" charset="-122"/>
              </a:rPr>
              <a:t>像素级掩膜引导融合</a:t>
            </a:r>
            <a:endParaRPr lang="zh-CN" altLang="zh-CN" sz="14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293" name="直线箭头连接符 292">
            <a:extLst>
              <a:ext uri="{FF2B5EF4-FFF2-40B4-BE49-F238E27FC236}">
                <a16:creationId xmlns:a16="http://schemas.microsoft.com/office/drawing/2014/main" id="{9676CF20-923C-F6B7-1C6B-481A31CE0F38}"/>
              </a:ext>
            </a:extLst>
          </p:cNvPr>
          <p:cNvCxnSpPr>
            <a:cxnSpLocks/>
            <a:endCxn id="292" idx="1"/>
          </p:cNvCxnSpPr>
          <p:nvPr/>
        </p:nvCxnSpPr>
        <p:spPr>
          <a:xfrm>
            <a:off x="4151106" y="4295438"/>
            <a:ext cx="289689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4" name="直线箭头连接符 293">
            <a:extLst>
              <a:ext uri="{FF2B5EF4-FFF2-40B4-BE49-F238E27FC236}">
                <a16:creationId xmlns:a16="http://schemas.microsoft.com/office/drawing/2014/main" id="{1BC02C6C-BE03-3934-C474-2E58856DFCD9}"/>
              </a:ext>
            </a:extLst>
          </p:cNvPr>
          <p:cNvCxnSpPr>
            <a:cxnSpLocks/>
            <a:stCxn id="295" idx="3"/>
            <a:endCxn id="297" idx="2"/>
          </p:cNvCxnSpPr>
          <p:nvPr/>
        </p:nvCxnSpPr>
        <p:spPr>
          <a:xfrm>
            <a:off x="3069052" y="6166559"/>
            <a:ext cx="336121" cy="22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5" name="圆角矩形 294">
            <a:extLst>
              <a:ext uri="{FF2B5EF4-FFF2-40B4-BE49-F238E27FC236}">
                <a16:creationId xmlns:a16="http://schemas.microsoft.com/office/drawing/2014/main" id="{DC3CA1BB-A676-35CF-B388-D6DD9B7ED7CB}"/>
              </a:ext>
            </a:extLst>
          </p:cNvPr>
          <p:cNvSpPr/>
          <p:nvPr/>
        </p:nvSpPr>
        <p:spPr>
          <a:xfrm>
            <a:off x="2153894" y="5863476"/>
            <a:ext cx="915158" cy="606165"/>
          </a:xfrm>
          <a:prstGeom prst="roundRect">
            <a:avLst/>
          </a:prstGeom>
          <a:solidFill>
            <a:srgbClr val="EEF5FF"/>
          </a:solidFill>
          <a:ln w="12700" cap="flat" cmpd="sng" algn="ctr">
            <a:solidFill>
              <a:srgbClr val="5B7FA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kumimoji="1" lang="zh-CN" altLang="en-US" kern="0">
                <a:solidFill>
                  <a:prstClr val="blac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光流</a:t>
            </a:r>
            <a:endParaRPr kumimoji="1" lang="en-US" altLang="zh-CN" kern="0">
              <a:solidFill>
                <a:prstClr val="black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 algn="ctr">
              <a:defRPr/>
            </a:pPr>
            <a:r>
              <a:rPr kumimoji="1" lang="zh-CN" altLang="en-US" kern="0">
                <a:solidFill>
                  <a:prstClr val="blac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对齐</a:t>
            </a:r>
          </a:p>
        </p:txBody>
      </p:sp>
      <p:cxnSp>
        <p:nvCxnSpPr>
          <p:cNvPr id="296" name="直线箭头连接符 295">
            <a:extLst>
              <a:ext uri="{FF2B5EF4-FFF2-40B4-BE49-F238E27FC236}">
                <a16:creationId xmlns:a16="http://schemas.microsoft.com/office/drawing/2014/main" id="{57C77E42-2BFB-130F-8DDD-B85379525D97}"/>
              </a:ext>
            </a:extLst>
          </p:cNvPr>
          <p:cNvCxnSpPr>
            <a:cxnSpLocks/>
            <a:endCxn id="295" idx="1"/>
          </p:cNvCxnSpPr>
          <p:nvPr/>
        </p:nvCxnSpPr>
        <p:spPr>
          <a:xfrm>
            <a:off x="1864204" y="6166559"/>
            <a:ext cx="289690" cy="0"/>
          </a:xfrm>
          <a:prstGeom prst="straightConnector1">
            <a:avLst/>
          </a:prstGeom>
          <a:solidFill>
            <a:srgbClr val="EEF5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7" name="立方体 296">
            <a:extLst>
              <a:ext uri="{FF2B5EF4-FFF2-40B4-BE49-F238E27FC236}">
                <a16:creationId xmlns:a16="http://schemas.microsoft.com/office/drawing/2014/main" id="{2ABC90E9-BA59-6A10-E1CC-B60661AD3A9E}"/>
              </a:ext>
            </a:extLst>
          </p:cNvPr>
          <p:cNvSpPr/>
          <p:nvPr/>
        </p:nvSpPr>
        <p:spPr>
          <a:xfrm>
            <a:off x="3405173" y="5861352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25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8" name="圆角矩形 297">
            <a:extLst>
              <a:ext uri="{FF2B5EF4-FFF2-40B4-BE49-F238E27FC236}">
                <a16:creationId xmlns:a16="http://schemas.microsoft.com/office/drawing/2014/main" id="{A50AE10C-23AD-0DB9-4CB1-3D45F9E9BC9C}"/>
              </a:ext>
            </a:extLst>
          </p:cNvPr>
          <p:cNvSpPr/>
          <p:nvPr/>
        </p:nvSpPr>
        <p:spPr>
          <a:xfrm>
            <a:off x="4440795" y="5861352"/>
            <a:ext cx="1205220" cy="606165"/>
          </a:xfrm>
          <a:prstGeom prst="roundRect">
            <a:avLst/>
          </a:prstGeom>
          <a:solidFill>
            <a:srgbClr val="F2ECFA"/>
          </a:solidFill>
          <a:ln w="12700" cap="flat" cmpd="sng" algn="ctr">
            <a:solidFill>
              <a:srgbClr val="6B5CA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zh-CN" sz="1400" b="1">
                <a:latin typeface="SimSun" panose="02010600030101010101" pitchFamily="2" charset="-122"/>
                <a:ea typeface="SimSun" panose="02010600030101010101" pitchFamily="2" charset="-122"/>
              </a:rPr>
              <a:t>像素级掩膜引导融合</a:t>
            </a:r>
            <a:endParaRPr lang="zh-CN" altLang="zh-CN" sz="14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299" name="直线箭头连接符 298">
            <a:extLst>
              <a:ext uri="{FF2B5EF4-FFF2-40B4-BE49-F238E27FC236}">
                <a16:creationId xmlns:a16="http://schemas.microsoft.com/office/drawing/2014/main" id="{72183394-2A7C-C22B-A66A-4B568CB3C37D}"/>
              </a:ext>
            </a:extLst>
          </p:cNvPr>
          <p:cNvCxnSpPr>
            <a:cxnSpLocks/>
            <a:endCxn id="298" idx="1"/>
          </p:cNvCxnSpPr>
          <p:nvPr/>
        </p:nvCxnSpPr>
        <p:spPr>
          <a:xfrm>
            <a:off x="4151106" y="6164435"/>
            <a:ext cx="289689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0" name="圆角矩形 299">
            <a:extLst>
              <a:ext uri="{FF2B5EF4-FFF2-40B4-BE49-F238E27FC236}">
                <a16:creationId xmlns:a16="http://schemas.microsoft.com/office/drawing/2014/main" id="{B7BD0222-2EF6-1B51-5FAE-F244B987DE41}"/>
              </a:ext>
            </a:extLst>
          </p:cNvPr>
          <p:cNvSpPr/>
          <p:nvPr/>
        </p:nvSpPr>
        <p:spPr>
          <a:xfrm>
            <a:off x="5844379" y="3992354"/>
            <a:ext cx="1277103" cy="606165"/>
          </a:xfrm>
          <a:prstGeom prst="roundRect">
            <a:avLst/>
          </a:prstGeom>
          <a:solidFill>
            <a:srgbClr val="EEF7EE"/>
          </a:solidFill>
          <a:ln w="12700" cap="flat" cmpd="sng" algn="ctr">
            <a:solidFill>
              <a:srgbClr val="4B8B4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门控时域特征聚合</a:t>
            </a:r>
          </a:p>
        </p:txBody>
      </p:sp>
      <p:sp>
        <p:nvSpPr>
          <p:cNvPr id="301" name="圆角矩形 300">
            <a:extLst>
              <a:ext uri="{FF2B5EF4-FFF2-40B4-BE49-F238E27FC236}">
                <a16:creationId xmlns:a16="http://schemas.microsoft.com/office/drawing/2014/main" id="{7CF6DCB0-70E5-868F-78E0-50DADB6FD24A}"/>
              </a:ext>
            </a:extLst>
          </p:cNvPr>
          <p:cNvSpPr/>
          <p:nvPr/>
        </p:nvSpPr>
        <p:spPr>
          <a:xfrm>
            <a:off x="7322580" y="3990102"/>
            <a:ext cx="1277103" cy="606165"/>
          </a:xfrm>
          <a:prstGeom prst="roundRect">
            <a:avLst/>
          </a:prstGeom>
          <a:solidFill>
            <a:srgbClr val="FFF7E6"/>
          </a:solidFill>
          <a:ln w="12700" cap="flat" cmpd="sng" algn="ctr">
            <a:solidFill>
              <a:srgbClr val="C9792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空间表征恢复模块</a:t>
            </a:r>
          </a:p>
        </p:txBody>
      </p:sp>
      <p:sp>
        <p:nvSpPr>
          <p:cNvPr id="302" name="圆角矩形 301">
            <a:extLst>
              <a:ext uri="{FF2B5EF4-FFF2-40B4-BE49-F238E27FC236}">
                <a16:creationId xmlns:a16="http://schemas.microsoft.com/office/drawing/2014/main" id="{786DEB58-86B0-0D1F-793E-6AB11390A646}"/>
              </a:ext>
            </a:extLst>
          </p:cNvPr>
          <p:cNvSpPr/>
          <p:nvPr/>
        </p:nvSpPr>
        <p:spPr>
          <a:xfrm>
            <a:off x="5840242" y="5858961"/>
            <a:ext cx="1277103" cy="606165"/>
          </a:xfrm>
          <a:prstGeom prst="roundRect">
            <a:avLst/>
          </a:prstGeom>
          <a:solidFill>
            <a:srgbClr val="EEF7EE"/>
          </a:solidFill>
          <a:ln w="12700" cap="flat" cmpd="sng" algn="ctr">
            <a:solidFill>
              <a:srgbClr val="4B8B4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zh-CN" sz="1400">
                <a:latin typeface="SimSun" panose="02010600030101010101" pitchFamily="2" charset="-122"/>
                <a:ea typeface="SimSun" panose="02010600030101010101" pitchFamily="2" charset="-122"/>
              </a:rPr>
              <a:t>门控时域特征聚合</a:t>
            </a:r>
          </a:p>
        </p:txBody>
      </p:sp>
      <p:sp>
        <p:nvSpPr>
          <p:cNvPr id="303" name="圆角矩形 302">
            <a:extLst>
              <a:ext uri="{FF2B5EF4-FFF2-40B4-BE49-F238E27FC236}">
                <a16:creationId xmlns:a16="http://schemas.microsoft.com/office/drawing/2014/main" id="{D7B6079D-043D-603C-6AEA-D3421DEC0576}"/>
              </a:ext>
            </a:extLst>
          </p:cNvPr>
          <p:cNvSpPr/>
          <p:nvPr/>
        </p:nvSpPr>
        <p:spPr>
          <a:xfrm>
            <a:off x="7318443" y="5856709"/>
            <a:ext cx="1277103" cy="606165"/>
          </a:xfrm>
          <a:prstGeom prst="roundRect">
            <a:avLst/>
          </a:prstGeom>
          <a:solidFill>
            <a:srgbClr val="FFF7E6"/>
          </a:solidFill>
          <a:ln w="12700" cap="flat" cmpd="sng" algn="ctr">
            <a:solidFill>
              <a:srgbClr val="C9792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空间表征恢复模块</a:t>
            </a:r>
          </a:p>
        </p:txBody>
      </p:sp>
      <p:cxnSp>
        <p:nvCxnSpPr>
          <p:cNvPr id="304" name="直线箭头连接符 303">
            <a:extLst>
              <a:ext uri="{FF2B5EF4-FFF2-40B4-BE49-F238E27FC236}">
                <a16:creationId xmlns:a16="http://schemas.microsoft.com/office/drawing/2014/main" id="{B117B19B-52CA-44C6-D355-42D18CEF4E4E}"/>
              </a:ext>
            </a:extLst>
          </p:cNvPr>
          <p:cNvCxnSpPr>
            <a:cxnSpLocks/>
            <a:stCxn id="292" idx="3"/>
            <a:endCxn id="300" idx="1"/>
          </p:cNvCxnSpPr>
          <p:nvPr/>
        </p:nvCxnSpPr>
        <p:spPr>
          <a:xfrm flipV="1">
            <a:off x="5646015" y="4295437"/>
            <a:ext cx="198364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5" name="直线箭头连接符 304">
            <a:extLst>
              <a:ext uri="{FF2B5EF4-FFF2-40B4-BE49-F238E27FC236}">
                <a16:creationId xmlns:a16="http://schemas.microsoft.com/office/drawing/2014/main" id="{4BD00BB7-1E15-8DDD-927C-0C3C25F00BAF}"/>
              </a:ext>
            </a:extLst>
          </p:cNvPr>
          <p:cNvCxnSpPr>
            <a:cxnSpLocks/>
            <a:stCxn id="300" idx="3"/>
            <a:endCxn id="301" idx="1"/>
          </p:cNvCxnSpPr>
          <p:nvPr/>
        </p:nvCxnSpPr>
        <p:spPr>
          <a:xfrm flipV="1">
            <a:off x="7121482" y="4293185"/>
            <a:ext cx="201098" cy="225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7D982386-3726-BCC7-5F3B-77A46F82182C}"/>
              </a:ext>
            </a:extLst>
          </p:cNvPr>
          <p:cNvCxnSpPr>
            <a:cxnSpLocks/>
            <a:stCxn id="302" idx="3"/>
            <a:endCxn id="303" idx="1"/>
          </p:cNvCxnSpPr>
          <p:nvPr/>
        </p:nvCxnSpPr>
        <p:spPr>
          <a:xfrm flipV="1">
            <a:off x="7117345" y="6159792"/>
            <a:ext cx="201098" cy="225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7" name="直线箭头连接符 306">
            <a:extLst>
              <a:ext uri="{FF2B5EF4-FFF2-40B4-BE49-F238E27FC236}">
                <a16:creationId xmlns:a16="http://schemas.microsoft.com/office/drawing/2014/main" id="{7BE3F362-B810-DD28-AC04-B4F05D3B6B72}"/>
              </a:ext>
            </a:extLst>
          </p:cNvPr>
          <p:cNvCxnSpPr>
            <a:cxnSpLocks/>
            <a:stCxn id="298" idx="3"/>
            <a:endCxn id="302" idx="1"/>
          </p:cNvCxnSpPr>
          <p:nvPr/>
        </p:nvCxnSpPr>
        <p:spPr>
          <a:xfrm flipV="1">
            <a:off x="5646015" y="6162044"/>
            <a:ext cx="194227" cy="239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5030EE7E-B49D-AA66-6938-185AAFCD0A51}"/>
                  </a:ext>
                </a:extLst>
              </p:cNvPr>
              <p:cNvSpPr txBox="1"/>
              <p:nvPr/>
            </p:nvSpPr>
            <p:spPr>
              <a:xfrm>
                <a:off x="9309961" y="5079422"/>
                <a:ext cx="277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0A67F9BB-CFDA-82CE-A0E7-A24BB8413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961" y="5079422"/>
                <a:ext cx="277200" cy="276999"/>
              </a:xfrm>
              <a:prstGeom prst="rect">
                <a:avLst/>
              </a:prstGeom>
              <a:blipFill>
                <a:blip r:embed="rId26"/>
                <a:stretch>
                  <a:fillRect l="-20833" r="-20833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9" name="肘形连接符 308">
            <a:extLst>
              <a:ext uri="{FF2B5EF4-FFF2-40B4-BE49-F238E27FC236}">
                <a16:creationId xmlns:a16="http://schemas.microsoft.com/office/drawing/2014/main" id="{9CCDEFAD-7009-AE96-489C-E75D802CEBF1}"/>
              </a:ext>
            </a:extLst>
          </p:cNvPr>
          <p:cNvCxnSpPr>
            <a:cxnSpLocks/>
            <a:stCxn id="301" idx="3"/>
            <a:endCxn id="308" idx="0"/>
          </p:cNvCxnSpPr>
          <p:nvPr/>
        </p:nvCxnSpPr>
        <p:spPr>
          <a:xfrm>
            <a:off x="8599683" y="4293185"/>
            <a:ext cx="848878" cy="786237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0" name="肘形连接符 309">
            <a:extLst>
              <a:ext uri="{FF2B5EF4-FFF2-40B4-BE49-F238E27FC236}">
                <a16:creationId xmlns:a16="http://schemas.microsoft.com/office/drawing/2014/main" id="{FFDA3A9A-4A86-8CC2-9E28-0C0BB73225AF}"/>
              </a:ext>
            </a:extLst>
          </p:cNvPr>
          <p:cNvCxnSpPr>
            <a:cxnSpLocks/>
            <a:stCxn id="303" idx="3"/>
            <a:endCxn id="308" idx="2"/>
          </p:cNvCxnSpPr>
          <p:nvPr/>
        </p:nvCxnSpPr>
        <p:spPr>
          <a:xfrm flipV="1">
            <a:off x="8595546" y="5356421"/>
            <a:ext cx="853015" cy="803371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1" name="圆角矩形 310">
            <a:extLst>
              <a:ext uri="{FF2B5EF4-FFF2-40B4-BE49-F238E27FC236}">
                <a16:creationId xmlns:a16="http://schemas.microsoft.com/office/drawing/2014/main" id="{CE78522E-7854-D1C8-FB64-4A03E3D60318}"/>
              </a:ext>
            </a:extLst>
          </p:cNvPr>
          <p:cNvSpPr/>
          <p:nvPr/>
        </p:nvSpPr>
        <p:spPr>
          <a:xfrm>
            <a:off x="9833990" y="4348528"/>
            <a:ext cx="590542" cy="1738786"/>
          </a:xfrm>
          <a:prstGeom prst="roundRect">
            <a:avLst/>
          </a:prstGeom>
          <a:solidFill>
            <a:srgbClr val="F5F5F5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vert="vert270" rtlCol="0" anchor="ctr"/>
          <a:lstStyle/>
          <a:p>
            <a:pPr algn="ctr"/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残差重建映射模块</a:t>
            </a:r>
          </a:p>
        </p:txBody>
      </p:sp>
      <p:cxnSp>
        <p:nvCxnSpPr>
          <p:cNvPr id="312" name="直线箭头连接符 311">
            <a:extLst>
              <a:ext uri="{FF2B5EF4-FFF2-40B4-BE49-F238E27FC236}">
                <a16:creationId xmlns:a16="http://schemas.microsoft.com/office/drawing/2014/main" id="{024292EA-2BC0-821F-5460-3C6128ABD9E2}"/>
              </a:ext>
            </a:extLst>
          </p:cNvPr>
          <p:cNvCxnSpPr>
            <a:cxnSpLocks/>
            <a:stCxn id="308" idx="3"/>
            <a:endCxn id="311" idx="1"/>
          </p:cNvCxnSpPr>
          <p:nvPr/>
        </p:nvCxnSpPr>
        <p:spPr>
          <a:xfrm flipV="1">
            <a:off x="9587161" y="5217921"/>
            <a:ext cx="246829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3" name="立方体 312">
            <a:extLst>
              <a:ext uri="{FF2B5EF4-FFF2-40B4-BE49-F238E27FC236}">
                <a16:creationId xmlns:a16="http://schemas.microsoft.com/office/drawing/2014/main" id="{285475D3-1EFB-DC41-241B-7419BE08F640}"/>
              </a:ext>
            </a:extLst>
          </p:cNvPr>
          <p:cNvSpPr/>
          <p:nvPr/>
        </p:nvSpPr>
        <p:spPr>
          <a:xfrm>
            <a:off x="4680704" y="4921105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16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5A6C9960-D3CF-B814-A931-E5823A0EE81C}"/>
                  </a:ext>
                </a:extLst>
              </p:cNvPr>
              <p:cNvSpPr txBox="1"/>
              <p:nvPr/>
            </p:nvSpPr>
            <p:spPr>
              <a:xfrm>
                <a:off x="5470953" y="5102762"/>
                <a:ext cx="917302" cy="286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𝑤𝑎𝑣𝑒𝑙𝑒𝑡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70A5D197-B8FC-0026-AB6B-433B2400E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953" y="5102762"/>
                <a:ext cx="917302" cy="286040"/>
              </a:xfrm>
              <a:prstGeom prst="rect">
                <a:avLst/>
              </a:prstGeom>
              <a:blipFill>
                <a:blip r:embed="rId27"/>
                <a:stretch>
                  <a:fillRect l="-2703" r="-135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文本框 314">
                <a:extLst>
                  <a:ext uri="{FF2B5EF4-FFF2-40B4-BE49-F238E27FC236}">
                    <a16:creationId xmlns:a16="http://schemas.microsoft.com/office/drawing/2014/main" id="{90897904-C92F-8A53-E301-8B8EE4ADEF1A}"/>
                  </a:ext>
                </a:extLst>
              </p:cNvPr>
              <p:cNvSpPr txBox="1"/>
              <p:nvPr/>
            </p:nvSpPr>
            <p:spPr>
              <a:xfrm>
                <a:off x="10610754" y="5079422"/>
                <a:ext cx="277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5" name="文本框 314">
                <a:extLst>
                  <a:ext uri="{FF2B5EF4-FFF2-40B4-BE49-F238E27FC236}">
                    <a16:creationId xmlns:a16="http://schemas.microsoft.com/office/drawing/2014/main" id="{F22E7888-1A4D-1BAF-B5B6-B8F098A55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754" y="5079422"/>
                <a:ext cx="277200" cy="276999"/>
              </a:xfrm>
              <a:prstGeom prst="rect">
                <a:avLst/>
              </a:prstGeom>
              <a:blipFill>
                <a:blip r:embed="rId28"/>
                <a:stretch>
                  <a:fillRect l="-26087" r="-26087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6" name="直线箭头连接符 315">
            <a:extLst>
              <a:ext uri="{FF2B5EF4-FFF2-40B4-BE49-F238E27FC236}">
                <a16:creationId xmlns:a16="http://schemas.microsoft.com/office/drawing/2014/main" id="{F6A34BAD-7D13-2863-75A9-BABAA39C20BB}"/>
              </a:ext>
            </a:extLst>
          </p:cNvPr>
          <p:cNvCxnSpPr>
            <a:cxnSpLocks/>
            <a:stCxn id="311" idx="3"/>
            <a:endCxn id="315" idx="1"/>
          </p:cNvCxnSpPr>
          <p:nvPr/>
        </p:nvCxnSpPr>
        <p:spPr>
          <a:xfrm>
            <a:off x="10424532" y="5217921"/>
            <a:ext cx="186222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7" name="立方体 316">
            <a:extLst>
              <a:ext uri="{FF2B5EF4-FFF2-40B4-BE49-F238E27FC236}">
                <a16:creationId xmlns:a16="http://schemas.microsoft.com/office/drawing/2014/main" id="{4EA1C5D0-68E9-D42D-18A8-EDE2E8A29C62}"/>
              </a:ext>
            </a:extLst>
          </p:cNvPr>
          <p:cNvSpPr/>
          <p:nvPr/>
        </p:nvSpPr>
        <p:spPr>
          <a:xfrm>
            <a:off x="11108767" y="4921105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29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4668A9DE-5D03-383C-5CDD-106122224EB1}"/>
                  </a:ext>
                </a:extLst>
              </p:cNvPr>
              <p:cNvSpPr txBox="1"/>
              <p:nvPr/>
            </p:nvSpPr>
            <p:spPr>
              <a:xfrm>
                <a:off x="11251860" y="4540348"/>
                <a:ext cx="404470" cy="326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2157199-8705-8A20-79A7-D8D6CA0DD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1860" y="4540348"/>
                <a:ext cx="404470" cy="326115"/>
              </a:xfrm>
              <a:prstGeom prst="rect">
                <a:avLst/>
              </a:prstGeom>
              <a:blipFill>
                <a:blip r:embed="rId30"/>
                <a:stretch>
                  <a:fillRect l="-15625" r="-6250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9" name="直线箭头连接符 318">
            <a:extLst>
              <a:ext uri="{FF2B5EF4-FFF2-40B4-BE49-F238E27FC236}">
                <a16:creationId xmlns:a16="http://schemas.microsoft.com/office/drawing/2014/main" id="{DA464FB0-4DC2-A7A3-D155-B50B858AD0B9}"/>
              </a:ext>
            </a:extLst>
          </p:cNvPr>
          <p:cNvCxnSpPr>
            <a:cxnSpLocks/>
            <a:endCxn id="317" idx="2"/>
          </p:cNvCxnSpPr>
          <p:nvPr/>
        </p:nvCxnSpPr>
        <p:spPr>
          <a:xfrm>
            <a:off x="10847449" y="5226534"/>
            <a:ext cx="261318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377DE2D5-521A-AC62-63B5-E6AE6041DA2B}"/>
                  </a:ext>
                </a:extLst>
              </p:cNvPr>
              <p:cNvSpPr txBox="1"/>
              <p:nvPr/>
            </p:nvSpPr>
            <p:spPr>
              <a:xfrm>
                <a:off x="8846512" y="4516999"/>
                <a:ext cx="559640" cy="3354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𝑓𝑤𝑑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C0E87840-8483-BB0F-F9C7-2CE113FF3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512" y="4516999"/>
                <a:ext cx="559640" cy="335476"/>
              </a:xfrm>
              <a:prstGeom prst="rect">
                <a:avLst/>
              </a:prstGeom>
              <a:blipFill>
                <a:blip r:embed="rId31"/>
                <a:stretch>
                  <a:fillRect l="-13333" r="-6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F84C5F6F-7BAF-541D-5DF8-DA6F5CB8B39B}"/>
                  </a:ext>
                </a:extLst>
              </p:cNvPr>
              <p:cNvSpPr txBox="1"/>
              <p:nvPr/>
            </p:nvSpPr>
            <p:spPr>
              <a:xfrm>
                <a:off x="8864513" y="5671782"/>
                <a:ext cx="556306" cy="293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1CE82D2E-616E-4773-5AC4-93C0AE3F4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513" y="5671782"/>
                <a:ext cx="556306" cy="293094"/>
              </a:xfrm>
              <a:prstGeom prst="rect">
                <a:avLst/>
              </a:prstGeom>
              <a:blipFill>
                <a:blip r:embed="rId32"/>
                <a:stretch>
                  <a:fillRect l="-13333" r="-444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圆角矩形 321">
            <a:extLst>
              <a:ext uri="{FF2B5EF4-FFF2-40B4-BE49-F238E27FC236}">
                <a16:creationId xmlns:a16="http://schemas.microsoft.com/office/drawing/2014/main" id="{C7D4511B-B861-B31C-126E-AF8A3026B5F4}"/>
              </a:ext>
            </a:extLst>
          </p:cNvPr>
          <p:cNvSpPr/>
          <p:nvPr/>
        </p:nvSpPr>
        <p:spPr>
          <a:xfrm>
            <a:off x="262890" y="3490380"/>
            <a:ext cx="11681460" cy="3327697"/>
          </a:xfrm>
          <a:prstGeom prst="roundRec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5C7D31B2-8533-3E74-D282-A946F171DB29}"/>
                  </a:ext>
                </a:extLst>
              </p:cNvPr>
              <p:cNvSpPr txBox="1"/>
              <p:nvPr/>
            </p:nvSpPr>
            <p:spPr>
              <a:xfrm>
                <a:off x="3512823" y="4638015"/>
                <a:ext cx="539250" cy="3354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𝑓𝑤𝑑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62A44F82-AB24-CD70-FD09-E31131C6D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823" y="4638015"/>
                <a:ext cx="539250" cy="335476"/>
              </a:xfrm>
              <a:prstGeom prst="rect">
                <a:avLst/>
              </a:prstGeom>
              <a:blipFill>
                <a:blip r:embed="rId33"/>
                <a:stretch>
                  <a:fillRect l="-4545" t="-3704" r="-6818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文本框 323">
                <a:extLst>
                  <a:ext uri="{FF2B5EF4-FFF2-40B4-BE49-F238E27FC236}">
                    <a16:creationId xmlns:a16="http://schemas.microsoft.com/office/drawing/2014/main" id="{6156CDED-B1D0-23CD-CFBA-BBABD2742A3A}"/>
                  </a:ext>
                </a:extLst>
              </p:cNvPr>
              <p:cNvSpPr txBox="1"/>
              <p:nvPr/>
            </p:nvSpPr>
            <p:spPr>
              <a:xfrm>
                <a:off x="3516093" y="5537138"/>
                <a:ext cx="532710" cy="286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𝑏𝑤𝑑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4" name="文本框 323">
                <a:extLst>
                  <a:ext uri="{FF2B5EF4-FFF2-40B4-BE49-F238E27FC236}">
                    <a16:creationId xmlns:a16="http://schemas.microsoft.com/office/drawing/2014/main" id="{23F90B59-0752-64E9-00D6-84FA3A00D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093" y="5537138"/>
                <a:ext cx="532710" cy="286040"/>
              </a:xfrm>
              <a:prstGeom prst="rect">
                <a:avLst/>
              </a:prstGeom>
              <a:blipFill>
                <a:blip r:embed="rId34"/>
                <a:stretch>
                  <a:fillRect l="-4651" r="-465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5" name="直线箭头连接符 324">
            <a:extLst>
              <a:ext uri="{FF2B5EF4-FFF2-40B4-BE49-F238E27FC236}">
                <a16:creationId xmlns:a16="http://schemas.microsoft.com/office/drawing/2014/main" id="{0777E765-9CE6-3A22-02BA-9CA89FD71680}"/>
              </a:ext>
            </a:extLst>
          </p:cNvPr>
          <p:cNvCxnSpPr>
            <a:cxnSpLocks/>
            <a:endCxn id="300" idx="2"/>
          </p:cNvCxnSpPr>
          <p:nvPr/>
        </p:nvCxnSpPr>
        <p:spPr>
          <a:xfrm flipV="1">
            <a:off x="6478793" y="4598519"/>
            <a:ext cx="4138" cy="360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0F5385E6-1785-0C82-D2AA-F8F539A53DB1}"/>
                  </a:ext>
                </a:extLst>
              </p:cNvPr>
              <p:cNvSpPr txBox="1"/>
              <p:nvPr/>
            </p:nvSpPr>
            <p:spPr>
              <a:xfrm>
                <a:off x="6538167" y="4596401"/>
                <a:ext cx="369204" cy="324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𝐿𝑄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E13044AA-8296-70B8-A9C2-799838224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167" y="4596401"/>
                <a:ext cx="369204" cy="324704"/>
              </a:xfrm>
              <a:prstGeom prst="rect">
                <a:avLst/>
              </a:prstGeom>
              <a:blipFill>
                <a:blip r:embed="rId35"/>
                <a:stretch>
                  <a:fillRect l="-17241" r="-6897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" name="直线箭头连接符 326">
            <a:extLst>
              <a:ext uri="{FF2B5EF4-FFF2-40B4-BE49-F238E27FC236}">
                <a16:creationId xmlns:a16="http://schemas.microsoft.com/office/drawing/2014/main" id="{2BAD607C-9BEF-3184-903B-46D507925797}"/>
              </a:ext>
            </a:extLst>
          </p:cNvPr>
          <p:cNvCxnSpPr>
            <a:cxnSpLocks/>
            <a:endCxn id="302" idx="2"/>
          </p:cNvCxnSpPr>
          <p:nvPr/>
        </p:nvCxnSpPr>
        <p:spPr>
          <a:xfrm flipV="1">
            <a:off x="6478793" y="6465125"/>
            <a:ext cx="1" cy="360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A14AF399-EBE4-6C3D-57CC-B8D1554A33E5}"/>
                  </a:ext>
                </a:extLst>
              </p:cNvPr>
              <p:cNvSpPr txBox="1"/>
              <p:nvPr/>
            </p:nvSpPr>
            <p:spPr>
              <a:xfrm>
                <a:off x="6529415" y="6479249"/>
                <a:ext cx="369204" cy="324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𝐿𝑄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8B60AB28-DCB4-DF97-0D19-8E483217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415" y="6479249"/>
                <a:ext cx="369204" cy="324704"/>
              </a:xfrm>
              <a:prstGeom prst="rect">
                <a:avLst/>
              </a:prstGeom>
              <a:blipFill>
                <a:blip r:embed="rId36"/>
                <a:stretch>
                  <a:fillRect l="-16667" r="-6667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9" name="直线箭头连接符 328">
            <a:extLst>
              <a:ext uri="{FF2B5EF4-FFF2-40B4-BE49-F238E27FC236}">
                <a16:creationId xmlns:a16="http://schemas.microsoft.com/office/drawing/2014/main" id="{4D5A64FA-03B7-14E6-6B59-32C6DAA96A15}"/>
              </a:ext>
            </a:extLst>
          </p:cNvPr>
          <p:cNvCxnSpPr>
            <a:cxnSpLocks/>
          </p:cNvCxnSpPr>
          <p:nvPr/>
        </p:nvCxnSpPr>
        <p:spPr>
          <a:xfrm flipV="1">
            <a:off x="10743013" y="5316886"/>
            <a:ext cx="4138" cy="360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文本框 329">
                <a:extLst>
                  <a:ext uri="{FF2B5EF4-FFF2-40B4-BE49-F238E27FC236}">
                    <a16:creationId xmlns:a16="http://schemas.microsoft.com/office/drawing/2014/main" id="{2CB1C5B3-4EC4-C56C-A78F-BCC49DBC78DF}"/>
                  </a:ext>
                </a:extLst>
              </p:cNvPr>
              <p:cNvSpPr txBox="1"/>
              <p:nvPr/>
            </p:nvSpPr>
            <p:spPr>
              <a:xfrm>
                <a:off x="10588579" y="5696609"/>
                <a:ext cx="369204" cy="324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𝐿𝑄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30" name="文本框 329">
                <a:extLst>
                  <a:ext uri="{FF2B5EF4-FFF2-40B4-BE49-F238E27FC236}">
                    <a16:creationId xmlns:a16="http://schemas.microsoft.com/office/drawing/2014/main" id="{98C2EC84-42E2-E2B4-40EC-93CAE2241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579" y="5696609"/>
                <a:ext cx="369204" cy="324704"/>
              </a:xfrm>
              <a:prstGeom prst="rect">
                <a:avLst/>
              </a:prstGeom>
              <a:blipFill>
                <a:blip r:embed="rId37"/>
                <a:stretch>
                  <a:fillRect l="-12903" r="-3226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1" name="直线箭头连接符 330">
            <a:extLst>
              <a:ext uri="{FF2B5EF4-FFF2-40B4-BE49-F238E27FC236}">
                <a16:creationId xmlns:a16="http://schemas.microsoft.com/office/drawing/2014/main" id="{DA11CCB9-88E5-D591-4C2D-2CEF617E2227}"/>
              </a:ext>
            </a:extLst>
          </p:cNvPr>
          <p:cNvCxnSpPr>
            <a:cxnSpLocks/>
            <a:stCxn id="313" idx="1"/>
            <a:endCxn id="292" idx="2"/>
          </p:cNvCxnSpPr>
          <p:nvPr/>
        </p:nvCxnSpPr>
        <p:spPr>
          <a:xfrm flipH="1" flipV="1">
            <a:off x="5043405" y="4598520"/>
            <a:ext cx="25" cy="35168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2" name="直线箭头连接符 331">
            <a:extLst>
              <a:ext uri="{FF2B5EF4-FFF2-40B4-BE49-F238E27FC236}">
                <a16:creationId xmlns:a16="http://schemas.microsoft.com/office/drawing/2014/main" id="{50DC2538-BF38-F21A-1656-43E7AC60728D}"/>
              </a:ext>
            </a:extLst>
          </p:cNvPr>
          <p:cNvCxnSpPr>
            <a:cxnSpLocks/>
            <a:stCxn id="313" idx="3"/>
            <a:endCxn id="298" idx="0"/>
          </p:cNvCxnSpPr>
          <p:nvPr/>
        </p:nvCxnSpPr>
        <p:spPr>
          <a:xfrm flipH="1">
            <a:off x="5043405" y="5502863"/>
            <a:ext cx="25" cy="35848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" name="肘形连接符 1">
            <a:extLst>
              <a:ext uri="{FF2B5EF4-FFF2-40B4-BE49-F238E27FC236}">
                <a16:creationId xmlns:a16="http://schemas.microsoft.com/office/drawing/2014/main" id="{6F9CDC82-BFC5-2B0B-16D0-6AB5A7D9FCB3}"/>
              </a:ext>
            </a:extLst>
          </p:cNvPr>
          <p:cNvCxnSpPr>
            <a:cxnSpLocks/>
            <a:endCxn id="289" idx="2"/>
          </p:cNvCxnSpPr>
          <p:nvPr/>
        </p:nvCxnSpPr>
        <p:spPr>
          <a:xfrm flipV="1">
            <a:off x="1864204" y="4600644"/>
            <a:ext cx="747269" cy="478778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" name="肘形连接符 6">
            <a:extLst>
              <a:ext uri="{FF2B5EF4-FFF2-40B4-BE49-F238E27FC236}">
                <a16:creationId xmlns:a16="http://schemas.microsoft.com/office/drawing/2014/main" id="{171316D8-2E1C-6170-674E-EBECEC807A2B}"/>
              </a:ext>
            </a:extLst>
          </p:cNvPr>
          <p:cNvCxnSpPr>
            <a:cxnSpLocks/>
            <a:endCxn id="295" idx="0"/>
          </p:cNvCxnSpPr>
          <p:nvPr/>
        </p:nvCxnSpPr>
        <p:spPr>
          <a:xfrm>
            <a:off x="1863806" y="5407826"/>
            <a:ext cx="747667" cy="455650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3CAAF01-1DE2-0F90-493A-5777AF4B1C6D}"/>
                  </a:ext>
                </a:extLst>
              </p:cNvPr>
              <p:cNvSpPr txBox="1"/>
              <p:nvPr/>
            </p:nvSpPr>
            <p:spPr>
              <a:xfrm>
                <a:off x="1895578" y="4758784"/>
                <a:ext cx="6520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∅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58ED5C2-0CCA-9EE9-DB7A-278034EBC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578" y="4758784"/>
                <a:ext cx="652038" cy="276999"/>
              </a:xfrm>
              <a:prstGeom prst="rect">
                <a:avLst/>
              </a:prstGeom>
              <a:blipFill>
                <a:blip r:embed="rId38"/>
                <a:stretch>
                  <a:fillRect l="-11538" r="-1923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42FB63-68FF-52E5-A4EA-7F81DAFC9ED3}"/>
                  </a:ext>
                </a:extLst>
              </p:cNvPr>
              <p:cNvSpPr txBox="1"/>
              <p:nvPr/>
            </p:nvSpPr>
            <p:spPr>
              <a:xfrm>
                <a:off x="1889224" y="5388802"/>
                <a:ext cx="7222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∅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  <m:r>
                            <a:rPr kumimoji="1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322B096-4ABD-4156-F831-D616C5310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224" y="5388802"/>
                <a:ext cx="722249" cy="276999"/>
              </a:xfrm>
              <a:prstGeom prst="rect">
                <a:avLst/>
              </a:prstGeom>
              <a:blipFill>
                <a:blip r:embed="rId39"/>
                <a:stretch>
                  <a:fillRect l="-8621" r="-1724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537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222</Words>
  <Application>Microsoft Macintosh PowerPoint</Application>
  <PresentationFormat>宽屏</PresentationFormat>
  <Paragraphs>100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SimSun</vt:lpstr>
      <vt:lpstr>Arial</vt:lpstr>
      <vt:lpstr>Calibri</vt:lpstr>
      <vt:lpstr>Cambria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a1468</dc:creator>
  <cp:lastModifiedBy>非凡 蔡</cp:lastModifiedBy>
  <cp:revision>4</cp:revision>
  <dcterms:created xsi:type="dcterms:W3CDTF">2026-05-14T11:31:02Z</dcterms:created>
  <dcterms:modified xsi:type="dcterms:W3CDTF">2026-07-03T18:40:59Z</dcterms:modified>
</cp:coreProperties>
</file>