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>
      <p:cViewPr varScale="1">
        <p:scale>
          <a:sx n="113" d="100"/>
          <a:sy n="113" d="100"/>
        </p:scale>
        <p:origin x="9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B5BD4-AD67-40F5-1785-27699A96C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AC317E-5D94-8352-3E3A-8AD476130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586FD4-37C5-5B6B-389E-0277E51C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0585-48BD-0B43-B191-6B69EAD75A0F}" type="datetimeFigureOut">
              <a:t>2026/5/14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9730-4ADA-7E2E-224F-C6AD5C4D3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856627-CA46-E0FB-EC0C-9DA3A5B8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8F2D-47ED-A248-988C-B2F038AC332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404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0B489-1F7F-459D-6169-05574827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D27E34-089C-C55E-5EAE-F7889937F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7EBA9F-3D06-50AC-9FC7-9EAAB577D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0585-48BD-0B43-B191-6B69EAD75A0F}" type="datetimeFigureOut">
              <a:t>2026/5/14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C5E6B0-0708-4CB0-4761-9F1541AC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A9335D-9189-C2E7-EC27-5EDBCDF42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8F2D-47ED-A248-988C-B2F038AC332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018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F3318-4FC7-6AAE-9A9C-7154B24D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46479C-C916-C089-11C3-713241328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F0CA83-347A-2FA5-D09B-193163819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0585-48BD-0B43-B191-6B69EAD75A0F}" type="datetimeFigureOut">
              <a:t>2026/5/14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1CDF6C-67EC-CF5E-3EF2-1499A657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1C6FA-B2BC-B712-24EC-6A13FD89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8F2D-47ED-A248-988C-B2F038AC332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3635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BD8A3-3753-CAD2-015A-18506D61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B5B034-0F18-8162-60AD-FBB52D6F0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316610-92CC-BDEC-D752-756CBC261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6505CB-886F-B4C3-CCA7-3A0A9D620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0585-48BD-0B43-B191-6B69EAD75A0F}" type="datetimeFigureOut">
              <a:t>2026/5/14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05AE3B-DB33-5160-D654-AA3AE43CA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5EF3B0-5B9F-3211-E3A5-C83BFB4C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8F2D-47ED-A248-988C-B2F038AC332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3378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398CF2-1EFF-2316-F016-165BD077E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8790A7-4CA1-128D-238B-AE3FDDB61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98651D-1FA2-518B-4924-8C80AC5FE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71FEBC-D297-3DD9-97DD-29A193FED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7F7BEB-0402-E0C7-0455-B4224E578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CBA562-3353-A8BE-6614-DE6084090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0585-48BD-0B43-B191-6B69EAD75A0F}" type="datetimeFigureOut">
              <a:t>2026/5/14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8BCA51-1905-953B-0D36-E6166CC86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A02FFF-9244-8590-EA22-FD67FAC8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8F2D-47ED-A248-988C-B2F038AC332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5502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E896E-2B7D-5412-53F8-20FF78A03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8B4886-46AB-1FAA-8AED-9240E1CB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0585-48BD-0B43-B191-6B69EAD75A0F}" type="datetimeFigureOut">
              <a:t>2026/5/14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DB15DF-504A-92AE-23C8-42B6587E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471AA4-23C6-E972-38E0-2B80169C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8F2D-47ED-A248-988C-B2F038AC332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473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EE20D9-1CF6-0D4C-4F6A-36AE3EC2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0585-48BD-0B43-B191-6B69EAD75A0F}" type="datetimeFigureOut">
              <a:t>2026/5/14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EDCF7A-4BB0-1C62-9537-AAA03F99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435E3D-F39B-306E-4CA9-18837013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8F2D-47ED-A248-988C-B2F038AC332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6455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A7273F-F77D-EF92-A7CD-05DE900E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C4A8B2-EE25-6D2B-782F-43E86EF76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0AAB87-1558-27B9-09B3-A0AEEEB42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B4680B-AD29-DF3C-A004-C0C0DF632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0585-48BD-0B43-B191-6B69EAD75A0F}" type="datetimeFigureOut">
              <a:t>2026/5/14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BB023B-D3C5-8372-EE23-6AA18A465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695C67-0133-EB8C-6E69-EB942006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8F2D-47ED-A248-988C-B2F038AC332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994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A3202-69E3-5D9B-52DE-A7D707F44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38CD02-ADBE-B73F-650B-F76E1CA62F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E1AFC2-01B7-2D04-FBE1-6AB474507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C71D0B-10AD-69BD-9CED-FDD95BC2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0585-48BD-0B43-B191-6B69EAD75A0F}" type="datetimeFigureOut">
              <a:t>2026/5/14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C1FF70-D2CE-D629-289F-DDA7A7BA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059630-64E5-E1AF-05A7-DD72B2B1F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8F2D-47ED-A248-988C-B2F038AC332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5488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DC1A5-1499-AB1D-4B3B-F38DBC367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A5252E-0F8B-9A49-C80E-C3A65603B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325EEA-DADF-53CC-C701-5B2B2DC79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0585-48BD-0B43-B191-6B69EAD75A0F}" type="datetimeFigureOut">
              <a:t>2026/5/14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704FA4-A152-665B-0B31-8A0F93B3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67C6A4-2C10-1793-DBE4-3B0CF5F5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8F2D-47ED-A248-988C-B2F038AC332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6188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0A7704-6880-0D20-A964-600E48BE0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89978F-8CA2-DC3C-3C51-132CA1F9A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1B9CD8-E180-6741-650F-B0730181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0585-48BD-0B43-B191-6B69EAD75A0F}" type="datetimeFigureOut">
              <a:t>2026/5/14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D55C5-1D00-BB4A-9BE7-65F717E1F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9EF737-DE02-83FE-C104-AE5551AB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8F2D-47ED-A248-988C-B2F038AC332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817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B3C4B3-D610-8A81-CE97-C6EBAFBA7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79FE9A-DEE9-A0AD-C966-F2CA6D78F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0E4380-77A9-8F05-49FC-DBD4815E1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70585-48BD-0B43-B191-6B69EAD75A0F}" type="datetimeFigureOut">
              <a:t>2026/5/14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D4A453-1662-7090-0A1E-B124FD14F6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A72E4B-9CB1-2395-E7FB-42E4EB45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578F2D-47ED-A248-988C-B2F038AC332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5379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圆角矩形 50">
                <a:extLst>
                  <a:ext uri="{FF2B5EF4-FFF2-40B4-BE49-F238E27FC236}">
                    <a16:creationId xmlns:a16="http://schemas.microsoft.com/office/drawing/2014/main" id="{68F4BDFB-5617-854A-B261-6F4CC4F066DA}"/>
                  </a:ext>
                </a:extLst>
              </p:cNvPr>
              <p:cNvSpPr/>
              <p:nvPr/>
            </p:nvSpPr>
            <p:spPr>
              <a:xfrm>
                <a:off x="4359313" y="1542245"/>
                <a:ext cx="3461324" cy="714366"/>
              </a:xfrm>
              <a:prstGeom prst="roundRect">
                <a:avLst/>
              </a:prstGeom>
              <a:solidFill>
                <a:srgbClr val="F6FBF6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kumimoji="1" lang="en-US" altLang="zh-CN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Conv</a:t>
                </a:r>
                <a:r>
                  <a:rPr kumimoji="1" lang="zh-CN" altLang="en-US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3</a:t>
                </a:r>
                <a:r>
                  <a:rPr kumimoji="1" lang="zh-CN" altLang="en-US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1" lang="zh-CN" altLang="en-US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3</a:t>
                </a:r>
                <a:r>
                  <a:rPr kumimoji="1" lang="zh-CN" altLang="en-US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zh-CN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→16</m:t>
                    </m:r>
                  </m:oMath>
                </a14:m>
                <a:endParaRPr kumimoji="1" lang="zh-CN" altLang="en-US" kern="0">
                  <a:solidFill>
                    <a:prstClr val="black"/>
                  </a:solidFill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1" name="圆角矩形 50">
                <a:extLst>
                  <a:ext uri="{FF2B5EF4-FFF2-40B4-BE49-F238E27FC236}">
                    <a16:creationId xmlns:a16="http://schemas.microsoft.com/office/drawing/2014/main" id="{68F4BDFB-5617-854A-B261-6F4CC4F066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313" y="1542245"/>
                <a:ext cx="3461324" cy="7143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圆角矩形 51">
            <a:extLst>
              <a:ext uri="{FF2B5EF4-FFF2-40B4-BE49-F238E27FC236}">
                <a16:creationId xmlns:a16="http://schemas.microsoft.com/office/drawing/2014/main" id="{A67D532F-9C04-BAA7-C0F1-CEBCB8126482}"/>
              </a:ext>
            </a:extLst>
          </p:cNvPr>
          <p:cNvSpPr/>
          <p:nvPr/>
        </p:nvSpPr>
        <p:spPr>
          <a:xfrm>
            <a:off x="4359313" y="2578940"/>
            <a:ext cx="3461324" cy="714366"/>
          </a:xfrm>
          <a:prstGeom prst="roundRect">
            <a:avLst/>
          </a:prstGeom>
          <a:solidFill>
            <a:srgbClr val="F6FBF6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kern="0">
                <a:solidFill>
                  <a:prstClr val="black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LeakyReLU, slope=0.1</a:t>
            </a:r>
            <a:endParaRPr kumimoji="1" lang="zh-CN" altLang="en-US" kern="0">
              <a:solidFill>
                <a:prstClr val="black"/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66441963-E284-24D5-28C6-67F4D92FBDD2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>
            <a:off x="6089976" y="2256611"/>
            <a:ext cx="0" cy="32232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2BFC6DF4-2504-C3B8-0D1E-5347F919BCCD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6089120" y="1103344"/>
            <a:ext cx="856" cy="4389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圆角矩形 54">
                <a:extLst>
                  <a:ext uri="{FF2B5EF4-FFF2-40B4-BE49-F238E27FC236}">
                    <a16:creationId xmlns:a16="http://schemas.microsoft.com/office/drawing/2014/main" id="{2ED92589-75AB-F869-F0FA-6CBD385C6EAD}"/>
                  </a:ext>
                </a:extLst>
              </p:cNvPr>
              <p:cNvSpPr/>
              <p:nvPr/>
            </p:nvSpPr>
            <p:spPr>
              <a:xfrm>
                <a:off x="4358461" y="3615636"/>
                <a:ext cx="3461324" cy="714366"/>
              </a:xfrm>
              <a:prstGeom prst="roundRect">
                <a:avLst/>
              </a:prstGeom>
              <a:solidFill>
                <a:srgbClr val="F6FBF6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kumimoji="1" lang="en-US" altLang="zh-CN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Conv</a:t>
                </a:r>
                <a:r>
                  <a:rPr kumimoji="1" lang="zh-CN" altLang="en-US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3</a:t>
                </a:r>
                <a:r>
                  <a:rPr kumimoji="1" lang="zh-CN" altLang="en-US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1" lang="zh-CN" altLang="en-US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3</a:t>
                </a:r>
                <a:r>
                  <a:rPr kumimoji="1" lang="zh-CN" altLang="en-US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kumimoji="1" lang="en-US" altLang="zh-CN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</m:t>
                    </m:r>
                  </m:oMath>
                </a14:m>
                <a:endParaRPr kumimoji="1" lang="zh-CN" altLang="en-US" kern="0">
                  <a:solidFill>
                    <a:prstClr val="black"/>
                  </a:solidFill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5" name="圆角矩形 54">
                <a:extLst>
                  <a:ext uri="{FF2B5EF4-FFF2-40B4-BE49-F238E27FC236}">
                    <a16:creationId xmlns:a16="http://schemas.microsoft.com/office/drawing/2014/main" id="{2ED92589-75AB-F869-F0FA-6CBD385C6E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461" y="3615636"/>
                <a:ext cx="3461324" cy="71436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BD146A1A-E947-5727-CF4B-E2B7DD548510}"/>
              </a:ext>
            </a:extLst>
          </p:cNvPr>
          <p:cNvCxnSpPr>
            <a:cxnSpLocks/>
            <a:stCxn id="52" idx="2"/>
            <a:endCxn id="55" idx="0"/>
          </p:cNvCxnSpPr>
          <p:nvPr/>
        </p:nvCxnSpPr>
        <p:spPr>
          <a:xfrm flipH="1">
            <a:off x="6089124" y="3293307"/>
            <a:ext cx="852" cy="32232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55413258-92F9-6629-D39F-9ED698515F56}"/>
              </a:ext>
            </a:extLst>
          </p:cNvPr>
          <p:cNvSpPr/>
          <p:nvPr/>
        </p:nvSpPr>
        <p:spPr>
          <a:xfrm>
            <a:off x="4358460" y="4652332"/>
            <a:ext cx="3461324" cy="714366"/>
          </a:xfrm>
          <a:prstGeom prst="roundRect">
            <a:avLst/>
          </a:prstGeom>
          <a:solidFill>
            <a:srgbClr val="F8EAF1"/>
          </a:solidFill>
          <a:ln w="12700" cap="flat" cmpd="sng" algn="ctr">
            <a:solidFill>
              <a:srgbClr val="9B315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kern="0">
                <a:solidFill>
                  <a:prstClr val="black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Sigmoid</a:t>
            </a:r>
            <a:endParaRPr kumimoji="1" lang="zh-CN" altLang="en-US" kern="0">
              <a:solidFill>
                <a:prstClr val="black"/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947C40FC-E703-CFF4-9FE9-F10A1347FEE6}"/>
              </a:ext>
            </a:extLst>
          </p:cNvPr>
          <p:cNvCxnSpPr>
            <a:cxnSpLocks/>
            <a:stCxn id="55" idx="2"/>
            <a:endCxn id="57" idx="0"/>
          </p:cNvCxnSpPr>
          <p:nvPr/>
        </p:nvCxnSpPr>
        <p:spPr>
          <a:xfrm flipH="1">
            <a:off x="6089122" y="4330003"/>
            <a:ext cx="1" cy="32232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BCB486CA-AB27-BD64-ECF4-418D907A17A2}"/>
              </a:ext>
            </a:extLst>
          </p:cNvPr>
          <p:cNvCxnSpPr>
            <a:cxnSpLocks/>
            <a:stCxn id="57" idx="2"/>
          </p:cNvCxnSpPr>
          <p:nvPr/>
        </p:nvCxnSpPr>
        <p:spPr>
          <a:xfrm flipH="1">
            <a:off x="6089121" y="5366698"/>
            <a:ext cx="1" cy="32232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0" name="立方体 59">
            <a:extLst>
              <a:ext uri="{FF2B5EF4-FFF2-40B4-BE49-F238E27FC236}">
                <a16:creationId xmlns:a16="http://schemas.microsoft.com/office/drawing/2014/main" id="{2CD7ED63-37CC-5BE4-6FA8-CFDC085324F8}"/>
              </a:ext>
            </a:extLst>
          </p:cNvPr>
          <p:cNvSpPr/>
          <p:nvPr/>
        </p:nvSpPr>
        <p:spPr>
          <a:xfrm>
            <a:off x="5625847" y="5689028"/>
            <a:ext cx="926547" cy="714366"/>
          </a:xfrm>
          <a:prstGeom prst="cube">
            <a:avLst>
              <a:gd name="adj" fmla="val 5002"/>
            </a:avLst>
          </a:prstGeom>
          <a:blipFill dpi="0" rotWithShape="1">
            <a:blip r:embed="rId4"/>
            <a:srcRect/>
            <a:stretch>
              <a:fillRect/>
            </a:stretch>
          </a:blip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>
              <a:solidFill>
                <a:prstClr val="white"/>
              </a:solidFill>
              <a:latin typeface="Calibri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29AC4D6-8724-CD46-FCD8-98D588E51995}"/>
                  </a:ext>
                </a:extLst>
              </p:cNvPr>
              <p:cNvSpPr txBox="1"/>
              <p:nvPr/>
            </p:nvSpPr>
            <p:spPr>
              <a:xfrm>
                <a:off x="6685905" y="5870590"/>
                <a:ext cx="951603" cy="4005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flicker</m:t>
                          </m:r>
                        </m:sup>
                      </m:sSubSup>
                    </m:oMath>
                  </m:oMathPara>
                </a14:m>
                <a:endParaRPr kumimoji="1" lang="zh-CN" altLang="en-US" i="1" kern="0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29AC4D6-8724-CD46-FCD8-98D588E51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905" y="5870590"/>
                <a:ext cx="951603" cy="4005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3C289841-D227-139A-907B-A0BE8864923A}"/>
                  </a:ext>
                </a:extLst>
              </p:cNvPr>
              <p:cNvSpPr txBox="1"/>
              <p:nvPr/>
            </p:nvSpPr>
            <p:spPr>
              <a:xfrm>
                <a:off x="5286202" y="6510460"/>
                <a:ext cx="1640936" cy="264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×1×</m:t>
                      </m:r>
                      <m:r>
                        <a:rPr kumimoji="1" lang="en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/2×</m:t>
                      </m:r>
                      <m:r>
                        <a:rPr kumimoji="1" lang="en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kumimoji="1" lang="en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kumimoji="1" lang="zh-CN" altLang="en-US" sz="1400" kern="0">
                  <a:solidFill>
                    <a:prstClr val="black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3C289841-D227-139A-907B-A0BE88649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202" y="6510460"/>
                <a:ext cx="1640936" cy="264553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541671FE-AC89-EED8-68A7-AF92F3256CE2}"/>
                  </a:ext>
                </a:extLst>
              </p:cNvPr>
              <p:cNvSpPr txBox="1"/>
              <p:nvPr/>
            </p:nvSpPr>
            <p:spPr>
              <a:xfrm>
                <a:off x="6096000" y="1207227"/>
                <a:ext cx="1640936" cy="264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×1×</m:t>
                      </m:r>
                      <m:r>
                        <a:rPr kumimoji="1" lang="en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/2×</m:t>
                      </m:r>
                      <m:r>
                        <a:rPr kumimoji="1" lang="en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kumimoji="1" lang="en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kumimoji="1" lang="zh-CN" altLang="en-US" sz="1400" kern="0">
                  <a:solidFill>
                    <a:prstClr val="black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541671FE-AC89-EED8-68A7-AF92F3256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07227"/>
                <a:ext cx="1640936" cy="264553"/>
              </a:xfrm>
              <a:prstGeom prst="rect">
                <a:avLst/>
              </a:prstGeom>
              <a:blipFill>
                <a:blip r:embed="rId7"/>
                <a:stretch>
                  <a:fillRect t="-4762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立方体 63">
            <a:extLst>
              <a:ext uri="{FF2B5EF4-FFF2-40B4-BE49-F238E27FC236}">
                <a16:creationId xmlns:a16="http://schemas.microsoft.com/office/drawing/2014/main" id="{6EAF1727-CFBC-A492-9B49-530A202F5931}"/>
              </a:ext>
            </a:extLst>
          </p:cNvPr>
          <p:cNvSpPr/>
          <p:nvPr/>
        </p:nvSpPr>
        <p:spPr>
          <a:xfrm>
            <a:off x="5643397" y="400503"/>
            <a:ext cx="926547" cy="714366"/>
          </a:xfrm>
          <a:prstGeom prst="cube">
            <a:avLst>
              <a:gd name="adj" fmla="val 5002"/>
            </a:avLst>
          </a:prstGeom>
          <a:blipFill dpi="0" rotWithShape="1">
            <a:blip r:embed="rId8"/>
            <a:srcRect/>
            <a:stretch>
              <a:fillRect/>
            </a:stretch>
          </a:blip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>
              <a:solidFill>
                <a:prstClr val="white"/>
              </a:solidFill>
              <a:latin typeface="Calibri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C2D1320A-020F-A4DC-3695-1BDBF55888ED}"/>
                  </a:ext>
                </a:extLst>
              </p:cNvPr>
              <p:cNvSpPr txBox="1"/>
              <p:nvPr/>
            </p:nvSpPr>
            <p:spPr>
              <a:xfrm>
                <a:off x="5781919" y="44683"/>
                <a:ext cx="735867" cy="2770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l-GR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kumimoji="1" lang="en" altLang="zh-CN" sz="1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bSup>
                        <m:sSubSupPr>
                          <m:ctrlPr>
                            <a:rPr kumimoji="1" lang="en" altLang="zh-CN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" altLang="zh-CN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p>
                      </m:sSubSup>
                    </m:oMath>
                  </m:oMathPara>
                </a14:m>
                <a:endParaRPr kumimoji="1" lang="zh-CN" altLang="en-US" sz="1400" kern="0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C2D1320A-020F-A4DC-3695-1BDBF5588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919" y="44683"/>
                <a:ext cx="735867" cy="2770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9812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48</Words>
  <Application>Microsoft Macintosh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Cambria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a1468</dc:creator>
  <cp:lastModifiedBy>a1468</cp:lastModifiedBy>
  <cp:revision>4</cp:revision>
  <dcterms:created xsi:type="dcterms:W3CDTF">2026-05-14T12:40:43Z</dcterms:created>
  <dcterms:modified xsi:type="dcterms:W3CDTF">2026-05-14T13:23:09Z</dcterms:modified>
</cp:coreProperties>
</file>