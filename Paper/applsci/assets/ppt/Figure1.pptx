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83" autoAdjust="0"/>
    <p:restoredTop sz="94660"/>
  </p:normalViewPr>
  <p:slideViewPr>
    <p:cSldViewPr snapToGrid="0" showGuides="1">
      <p:cViewPr>
        <p:scale>
          <a:sx n="91" d="100"/>
          <a:sy n="91" d="100"/>
        </p:scale>
        <p:origin x="2048" y="14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68ABC7F-623E-A225-25DB-7E65C0EB0F4D}"/>
              </a:ext>
            </a:extLst>
          </p:cNvPr>
          <p:cNvGrpSpPr/>
          <p:nvPr/>
        </p:nvGrpSpPr>
        <p:grpSpPr>
          <a:xfrm>
            <a:off x="218028" y="1670921"/>
            <a:ext cx="11755945" cy="3516159"/>
            <a:chOff x="343655" y="1795463"/>
            <a:chExt cx="11755945" cy="351615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88BE862-7E4C-844B-EED6-62EECC014515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655" y="3572822"/>
              <a:ext cx="2314800" cy="17388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2D64BBA-6B6D-98DC-AFBD-66E06EAD3298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5353" y="3572822"/>
              <a:ext cx="2314800" cy="173880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AC72DA3-C3B6-EC1A-CB5A-80C41C0AC832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047" y="3572821"/>
              <a:ext cx="2314800" cy="173880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1D7B362-8CBF-7F61-C602-659F641AECF4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9600" y="3572821"/>
              <a:ext cx="2314800" cy="173880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F9EB1A4-D783-7120-6D13-DC84E872648E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4800" y="3572821"/>
              <a:ext cx="2314800" cy="173880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7B69F9DD-7F3D-1FC9-A32E-E728A6354C2D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656" y="1795463"/>
              <a:ext cx="2314800" cy="1738800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1F64063-4FFF-2B89-7CA1-2CF7CCA91686}"/>
                </a:ext>
              </a:extLst>
            </p:cNvPr>
            <p:cNvPicPr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5353" y="1795464"/>
              <a:ext cx="2314800" cy="173880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5A9CE670-B8DA-CC0E-330C-E9AD2C8A188B}"/>
                </a:ext>
              </a:extLst>
            </p:cNvPr>
            <p:cNvPicPr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7851" y="1795463"/>
              <a:ext cx="2314800" cy="173880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9005DDEE-5C74-FF58-0DBB-96CD56CA3319}"/>
                </a:ext>
              </a:extLst>
            </p:cNvPr>
            <p:cNvPicPr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3040" y="1795463"/>
              <a:ext cx="2314800" cy="1738106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104311D0-5BA1-FC9C-8DF1-7A13A7FFC0CA}"/>
                </a:ext>
              </a:extLst>
            </p:cNvPr>
            <p:cNvPicPr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048" y="1795463"/>
              <a:ext cx="2314762" cy="554831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AD8808E1-E2DB-AD8F-C1FE-DDEE7CF1E6CE}"/>
                </a:ext>
              </a:extLst>
            </p:cNvPr>
            <p:cNvPicPr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048" y="2387086"/>
              <a:ext cx="2314762" cy="554831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9C679EF0-9768-E9D6-7315-BC3C54DBBB1C}"/>
                </a:ext>
              </a:extLst>
            </p:cNvPr>
            <p:cNvPicPr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047" y="2978707"/>
              <a:ext cx="2314800" cy="554400"/>
            </a:xfrm>
            <a:prstGeom prst="rect">
              <a:avLst/>
            </a:prstGeom>
          </p:spPr>
        </p:pic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BF59851D-BBBF-59EE-BF19-91414A8CCFB3}"/>
                </a:ext>
              </a:extLst>
            </p:cNvPr>
            <p:cNvSpPr/>
            <p:nvPr/>
          </p:nvSpPr>
          <p:spPr>
            <a:xfrm>
              <a:off x="405473" y="1851293"/>
              <a:ext cx="489877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input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DCC4AF9E-2783-F8F7-E453-7E8E6CE833A1}"/>
                </a:ext>
              </a:extLst>
            </p:cNvPr>
            <p:cNvSpPr/>
            <p:nvPr/>
          </p:nvSpPr>
          <p:spPr>
            <a:xfrm>
              <a:off x="2773680" y="1851291"/>
              <a:ext cx="701583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Pixel cue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73136E8C-EC4F-9119-4530-FDB879652B8E}"/>
                </a:ext>
              </a:extLst>
            </p:cNvPr>
            <p:cNvSpPr/>
            <p:nvPr/>
          </p:nvSpPr>
          <p:spPr>
            <a:xfrm>
              <a:off x="5080608" y="1851292"/>
              <a:ext cx="388800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LH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1F5B27D-8427-DAAD-131A-A8FA4AEE73B3}"/>
                </a:ext>
              </a:extLst>
            </p:cNvPr>
            <p:cNvSpPr/>
            <p:nvPr/>
          </p:nvSpPr>
          <p:spPr>
            <a:xfrm>
              <a:off x="5080606" y="2428268"/>
              <a:ext cx="388800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HL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123CCE3-7626-E7B2-1914-0F3AAB81FE58}"/>
                </a:ext>
              </a:extLst>
            </p:cNvPr>
            <p:cNvSpPr/>
            <p:nvPr/>
          </p:nvSpPr>
          <p:spPr>
            <a:xfrm>
              <a:off x="5080607" y="2992450"/>
              <a:ext cx="388800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HH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FC709A95-F105-C587-EB1A-1A72EA0D9CD2}"/>
                </a:ext>
              </a:extLst>
            </p:cNvPr>
            <p:cNvSpPr/>
            <p:nvPr/>
          </p:nvSpPr>
          <p:spPr>
            <a:xfrm>
              <a:off x="7478305" y="1851292"/>
              <a:ext cx="697320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m_local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37A14D58-E27E-E0B0-717A-F5BDA7F28E44}"/>
                </a:ext>
              </a:extLst>
            </p:cNvPr>
            <p:cNvSpPr/>
            <p:nvPr/>
          </p:nvSpPr>
          <p:spPr>
            <a:xfrm>
              <a:off x="7478305" y="3628800"/>
              <a:ext cx="697320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m_flicker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B10C40C8-BCCE-5CFB-79C8-177254FA5D3D}"/>
                </a:ext>
              </a:extLst>
            </p:cNvPr>
            <p:cNvSpPr/>
            <p:nvPr/>
          </p:nvSpPr>
          <p:spPr>
            <a:xfrm>
              <a:off x="9835742" y="3628800"/>
              <a:ext cx="569887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Fuesd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D57F9FBE-B9CF-0676-8692-8750350A1676}"/>
                </a:ext>
              </a:extLst>
            </p:cNvPr>
            <p:cNvSpPr/>
            <p:nvPr/>
          </p:nvSpPr>
          <p:spPr>
            <a:xfrm>
              <a:off x="9835742" y="1851291"/>
              <a:ext cx="569887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Fused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EA9FD5C-BC28-805A-9EB0-03031A6DE4C6}"/>
                </a:ext>
              </a:extLst>
            </p:cNvPr>
            <p:cNvSpPr/>
            <p:nvPr/>
          </p:nvSpPr>
          <p:spPr>
            <a:xfrm>
              <a:off x="5080607" y="3628800"/>
              <a:ext cx="388799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LL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42A24D6A-41AE-E227-8897-D9B87F6939C5}"/>
                </a:ext>
              </a:extLst>
            </p:cNvPr>
            <p:cNvSpPr/>
            <p:nvPr/>
          </p:nvSpPr>
          <p:spPr>
            <a:xfrm>
              <a:off x="406800" y="3629696"/>
              <a:ext cx="489600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input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F499E8DC-33AD-1804-FF67-11045EB7CA7B}"/>
                </a:ext>
              </a:extLst>
            </p:cNvPr>
            <p:cNvSpPr/>
            <p:nvPr/>
          </p:nvSpPr>
          <p:spPr>
            <a:xfrm>
              <a:off x="2773680" y="3629695"/>
              <a:ext cx="701583" cy="137527"/>
            </a:xfrm>
            <a:prstGeom prst="round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Pixel cue</a:t>
              </a:r>
              <a:endParaRPr lang="zh-CN" altLang="en-US" sz="1000" dirty="0"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</Words>
  <Application>Microsoft Macintosh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张琪</dc:creator>
  <cp:lastModifiedBy>a1468</cp:lastModifiedBy>
  <cp:revision>9</cp:revision>
  <dcterms:created xsi:type="dcterms:W3CDTF">2023-08-09T12:44:00Z</dcterms:created>
  <dcterms:modified xsi:type="dcterms:W3CDTF">2026-05-13T02:46:50Z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0C9B43DC10D04B0F851AF5363C7A3BF8_12</vt:lpwstr>
  </property>
</Properties>
</file>