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EF"/>
    <a:srgbClr val="F1F1F1"/>
    <a:srgbClr val="DCEDFB"/>
    <a:srgbClr val="FBC3AC"/>
    <a:srgbClr val="FBC2AD"/>
    <a:srgbClr val="FABFAB"/>
    <a:srgbClr val="ECC5B6"/>
    <a:srgbClr val="FDE0D2"/>
    <a:srgbClr val="D2EAC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95" d="100"/>
          <a:sy n="95" d="100"/>
        </p:scale>
        <p:origin x="1640" y="712"/>
      </p:cViewPr>
      <p:guideLst>
        <p:guide orient="horz" pos="219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: 圆角 5"/>
              <p:cNvSpPr/>
              <p:nvPr/>
            </p:nvSpPr>
            <p:spPr>
              <a:xfrm>
                <a:off x="5067299" y="52623"/>
                <a:ext cx="2057401" cy="431800"/>
              </a:xfrm>
              <a:prstGeom prst="roundRect">
                <a:avLst/>
              </a:prstGeom>
              <a:solidFill>
                <a:srgbClr val="F1F1E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l-PL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qs</m:t>
                        </m:r>
                      </m:sub>
                    </m:sSub>
                  </m:oMath>
                </a14:m>
                <a:r>
                  <a:rPr lang="pl-PL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[B,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pl-PL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T,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pl-PL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C,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pl-PL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H,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pl-PL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W]</a:t>
                </a:r>
                <a:endParaRPr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矩形: 圆角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299" y="52623"/>
                <a:ext cx="2057401" cy="431800"/>
              </a:xfrm>
              <a:prstGeom prst="roundRect">
                <a:avLst/>
              </a:prstGeom>
              <a:blipFill>
                <a:blip r:embed="rId2"/>
                <a:stretch>
                  <a:fillRect t="-2778" b="-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6"/>
          <p:cNvSpPr/>
          <p:nvPr/>
        </p:nvSpPr>
        <p:spPr>
          <a:xfrm>
            <a:off x="4425950" y="798314"/>
            <a:ext cx="3340100" cy="680772"/>
          </a:xfrm>
          <a:prstGeom prst="roundRect">
            <a:avLst/>
          </a:prstGeom>
          <a:solidFill>
            <a:srgbClr val="E8E7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HaarDWT2d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Haar Wavelet Decomposition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2242532" y="1862225"/>
            <a:ext cx="1427798" cy="436562"/>
          </a:xfrm>
          <a:prstGeom prst="roundRect">
            <a:avLst/>
          </a:prstGeom>
          <a:solidFill>
            <a:srgbClr val="D8D8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LL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4335578" y="1862226"/>
            <a:ext cx="1427798" cy="436561"/>
          </a:xfrm>
          <a:prstGeom prst="roundRect">
            <a:avLst/>
          </a:prstGeom>
          <a:solidFill>
            <a:srgbClr val="D8D8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LH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428624" y="1862226"/>
            <a:ext cx="1427798" cy="436561"/>
          </a:xfrm>
          <a:prstGeom prst="roundRect">
            <a:avLst/>
          </a:prstGeom>
          <a:solidFill>
            <a:srgbClr val="D8D8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HL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516590" y="1862226"/>
            <a:ext cx="1427798" cy="436561"/>
          </a:xfrm>
          <a:prstGeom prst="roundRect">
            <a:avLst/>
          </a:prstGeom>
          <a:solidFill>
            <a:srgbClr val="D8D8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HH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: 圆角 14"/>
              <p:cNvSpPr/>
              <p:nvPr/>
            </p:nvSpPr>
            <p:spPr>
              <a:xfrm>
                <a:off x="4475161" y="6150004"/>
                <a:ext cx="3241676" cy="655373"/>
              </a:xfrm>
              <a:prstGeom prst="roundRect">
                <a:avLst/>
              </a:prstGeom>
              <a:solidFill>
                <a:srgbClr val="DCEDF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𝑤𝑎𝑣𝑒𝑙𝑒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ask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[B,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T,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1,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H,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W]</a:t>
                </a:r>
              </a:p>
            </p:txBody>
          </p:sp>
        </mc:Choice>
        <mc:Fallback>
          <p:sp>
            <p:nvSpPr>
              <p:cNvPr id="15" name="矩形: 圆角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161" y="6150004"/>
                <a:ext cx="3241676" cy="65537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/>
          <p:cNvGrpSpPr/>
          <p:nvPr/>
        </p:nvGrpSpPr>
        <p:grpSpPr>
          <a:xfrm>
            <a:off x="487868" y="2583018"/>
            <a:ext cx="4937125" cy="2520423"/>
            <a:chOff x="848688" y="2729439"/>
            <a:chExt cx="4937125" cy="2520423"/>
          </a:xfrm>
        </p:grpSpPr>
        <p:sp>
          <p:nvSpPr>
            <p:cNvPr id="26" name="矩形: 圆角 25"/>
            <p:cNvSpPr/>
            <p:nvPr/>
          </p:nvSpPr>
          <p:spPr>
            <a:xfrm>
              <a:off x="848688" y="2729439"/>
              <a:ext cx="4937125" cy="2520423"/>
            </a:xfrm>
            <a:prstGeom prst="roundRect">
              <a:avLst>
                <a:gd name="adj" fmla="val 11446"/>
              </a:avLst>
            </a:prstGeom>
            <a:solidFill>
              <a:srgbClr val="E7F3DF"/>
            </a:solidFill>
            <a:ln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2132023" y="3915886"/>
              <a:ext cx="2371726" cy="436561"/>
            </a:xfrm>
            <a:prstGeom prst="roundRect">
              <a:avLst/>
            </a:prstGeom>
            <a:solidFill>
              <a:srgbClr val="D2EA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altLang="zh-CN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sym typeface="+mn-ea"/>
                </a:rPr>
                <a:t>Conv2d+Sigmoid</a:t>
              </a:r>
              <a:endParaRPr lang="zh-CN" altLang="en-US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: 圆角 27"/>
                <p:cNvSpPr/>
                <p:nvPr/>
              </p:nvSpPr>
              <p:spPr>
                <a:xfrm>
                  <a:off x="2132023" y="4628198"/>
                  <a:ext cx="2371726" cy="448072"/>
                </a:xfrm>
                <a:prstGeom prst="roundRect">
                  <a:avLst/>
                </a:prstGeom>
                <a:solidFill>
                  <a:srgbClr val="D2EAC5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de-DE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e-DE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de-DE" altLang="zh-CN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flicker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de-DE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altLang="zh-CN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de-DE" altLang="zh-CN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de-DE" altLang="zh-CN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de-DE" altLang="zh-CN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,1,</m:t>
                            </m:r>
                            <m:r>
                              <m:rPr>
                                <m:sty m:val="p"/>
                              </m:rPr>
                              <a:rPr lang="de-DE" altLang="zh-CN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de-DE" altLang="zh-CN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de-DE" altLang="zh-CN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latin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" name="矩形: 圆角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2023" y="4628198"/>
                  <a:ext cx="2371726" cy="448072"/>
                </a:xfrm>
                <a:prstGeom prst="roundRect">
                  <a:avLst/>
                </a:prstGeom>
                <a:blipFill rotWithShape="1">
                  <a:blip r:embed="rId4"/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: 圆角 28"/>
                <p:cNvSpPr/>
                <p:nvPr/>
              </p:nvSpPr>
              <p:spPr>
                <a:xfrm>
                  <a:off x="2132023" y="2915070"/>
                  <a:ext cx="2371726" cy="710145"/>
                </a:xfrm>
                <a:prstGeom prst="roundRect">
                  <a:avLst/>
                </a:prstGeom>
                <a:solidFill>
                  <a:srgbClr val="D2EAC5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sym typeface="+mn-ea"/>
                    </a:rPr>
                    <a:t>LL Temporal Diff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>
                    <a:latin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矩形: 圆角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2023" y="2915070"/>
                  <a:ext cx="2371726" cy="710145"/>
                </a:xfrm>
                <a:prstGeom prst="roundRect">
                  <a:avLst/>
                </a:prstGeom>
                <a:blipFill rotWithShape="1">
                  <a:blip r:embed="rId5"/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/>
          <p:cNvGrpSpPr/>
          <p:nvPr/>
        </p:nvGrpSpPr>
        <p:grpSpPr>
          <a:xfrm>
            <a:off x="6767009" y="2571905"/>
            <a:ext cx="4937125" cy="2542648"/>
            <a:chOff x="6221000" y="2718326"/>
            <a:chExt cx="4937125" cy="2542648"/>
          </a:xfrm>
        </p:grpSpPr>
        <p:sp>
          <p:nvSpPr>
            <p:cNvPr id="30" name="矩形: 圆角 29"/>
            <p:cNvSpPr/>
            <p:nvPr/>
          </p:nvSpPr>
          <p:spPr>
            <a:xfrm>
              <a:off x="6221000" y="2718326"/>
              <a:ext cx="4937125" cy="2542648"/>
            </a:xfrm>
            <a:prstGeom prst="roundRect">
              <a:avLst>
                <a:gd name="adj" fmla="val 13052"/>
              </a:avLst>
            </a:prstGeom>
            <a:solidFill>
              <a:srgbClr val="FDE0D2"/>
            </a:solidFill>
            <a:ln>
              <a:solidFill>
                <a:srgbClr val="ECC5B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904683" y="2899830"/>
              <a:ext cx="3581400" cy="2173605"/>
              <a:chOff x="6904683" y="2899830"/>
              <a:chExt cx="3581400" cy="217360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矩形: 圆角 30"/>
                  <p:cNvSpPr/>
                  <p:nvPr/>
                </p:nvSpPr>
                <p:spPr>
                  <a:xfrm>
                    <a:off x="7319338" y="4637190"/>
                    <a:ext cx="2752090" cy="436245"/>
                  </a:xfrm>
                  <a:prstGeom prst="roundRect">
                    <a:avLst/>
                  </a:prstGeom>
                  <a:solidFill>
                    <a:srgbClr val="FABFAB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dirty="0" err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CN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lang="en-US" altLang="zh-CN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local</m:t>
                            </m:r>
                          </m:sup>
                        </m:sSubSup>
                      </m:oMath>
                    </a14:m>
                    <a:r>
                      <a:rPr lang="pl-PL" altLang="zh-C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sym typeface="+mn-ea"/>
                      </a:rPr>
                      <a:t> </a:t>
                    </a:r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de-DE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de-DE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de-DE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de-DE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,1,</m:t>
                            </m:r>
                            <m:r>
                              <m:rPr>
                                <m:sty m:val="p"/>
                              </m:rPr>
                              <a:rPr lang="de-DE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de-DE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de-DE" altLang="zh-CN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</m:d>
                      </m:oMath>
                    </a14:m>
                    <a:endParaRPr lang="zh-CN" altLang="en-US" dirty="0">
                      <a:solidFill>
                        <a:schemeClr val="tx1"/>
                      </a:solidFill>
                      <a:latin typeface="Cambria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31" name="矩形: 圆角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9338" y="4637190"/>
                    <a:ext cx="2752090" cy="436245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2" name="矩形: 圆角 31"/>
              <p:cNvSpPr/>
              <p:nvPr/>
            </p:nvSpPr>
            <p:spPr>
              <a:xfrm>
                <a:off x="6904683" y="3936150"/>
                <a:ext cx="3581400" cy="422275"/>
              </a:xfrm>
              <a:prstGeom prst="roundRect">
                <a:avLst/>
              </a:prstGeom>
              <a:solidFill>
                <a:srgbClr val="FBC2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+mn-ea"/>
                  </a:rPr>
                  <a:t>Conv2d+ReLU</a:t>
                </a:r>
                <a:endParaRPr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矩形: 圆角 32"/>
                  <p:cNvSpPr/>
                  <p:nvPr/>
                </p:nvSpPr>
                <p:spPr>
                  <a:xfrm>
                    <a:off x="6904683" y="2899830"/>
                    <a:ext cx="3581400" cy="709930"/>
                  </a:xfrm>
                  <a:prstGeom prst="roundRect">
                    <a:avLst/>
                  </a:prstGeom>
                  <a:solidFill>
                    <a:srgbClr val="FBC3AC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sym typeface="+mn-ea"/>
                      </a:rPr>
                      <a:t>Geometric Mean Temporal Diff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sym typeface="+mn-ea"/>
                            </a:rPr>
                            <m:t>𝑠𝑞𝑟𝑡</m:t>
                          </m:r>
                          <m:d>
                            <m:dPr>
                              <m:ctrlPr>
                                <a:rPr lang="en-US" altLang="zh-CN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sym typeface="+mn-ea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sym typeface="+mn-ea"/>
                                    </a:rPr>
                                    <m:t>𝑡</m:t>
                                  </m:r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sym typeface="+mn-ea"/>
                                    </a:rPr>
                                    <m:t>−</m:t>
                                  </m:r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sym typeface="+mn-ea"/>
                                    </a:rPr>
                                    <m:t>𝑝𝑟𝑒𝑣</m:t>
                                  </m:r>
                                </m:e>
                              </m:d>
                              <m:r>
                                <a:rPr lang="en-US" altLang="zh-CN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sym typeface="+mn-ea"/>
                                </a:rPr>
                                <m:t>∗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sym typeface="+mn-ea"/>
                                    </a:rPr>
                                    <m:t>𝑡</m:t>
                                  </m:r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sym typeface="+mn-ea"/>
                                    </a:rPr>
                                    <m:t>−</m:t>
                                  </m:r>
                                  <m:r>
                                    <a:rPr lang="en-US" altLang="zh-CN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sym typeface="+mn-ea"/>
                                    </a:rPr>
                                    <m:t>𝑛𝑒𝑥𝑡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33" name="矩形: 圆角 3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4683" y="2899830"/>
                    <a:ext cx="3581400" cy="709930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b="-68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7" name="组合 76"/>
          <p:cNvGrpSpPr/>
          <p:nvPr/>
        </p:nvGrpSpPr>
        <p:grpSpPr>
          <a:xfrm>
            <a:off x="5709159" y="5407785"/>
            <a:ext cx="540000" cy="540000"/>
            <a:chOff x="5826000" y="5209912"/>
            <a:chExt cx="540000" cy="540000"/>
          </a:xfrm>
        </p:grpSpPr>
        <p:sp>
          <p:nvSpPr>
            <p:cNvPr id="14" name="流程图: 接点 13"/>
            <p:cNvSpPr/>
            <p:nvPr/>
          </p:nvSpPr>
          <p:spPr>
            <a:xfrm>
              <a:off x="5826000" y="5209912"/>
              <a:ext cx="540000" cy="540000"/>
            </a:xfrm>
            <a:prstGeom prst="flowChartConnector">
              <a:avLst/>
            </a:prstGeom>
            <a:solidFill>
              <a:srgbClr val="F1F1F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826000" y="5329003"/>
              <a:ext cx="54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max</a:t>
              </a:r>
              <a:endParaRPr lang="zh-CN" altLang="en-US" sz="1400" dirty="0">
                <a:latin typeface="Cambria" panose="02040503050406030204" pitchFamily="18" charset="0"/>
              </a:endParaRPr>
            </a:p>
          </p:txBody>
        </p:sp>
      </p:grpSp>
      <p:cxnSp>
        <p:nvCxnSpPr>
          <p:cNvPr id="41" name="直接箭头连接符 40"/>
          <p:cNvCxnSpPr>
            <a:cxnSpLocks/>
            <a:stCxn id="6" idx="2"/>
            <a:endCxn id="7" idx="0"/>
          </p:cNvCxnSpPr>
          <p:nvPr/>
        </p:nvCxnSpPr>
        <p:spPr>
          <a:xfrm>
            <a:off x="6096000" y="484423"/>
            <a:ext cx="0" cy="313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cxnSpLocks/>
            <a:stCxn id="7" idx="2"/>
          </p:cNvCxnSpPr>
          <p:nvPr/>
        </p:nvCxnSpPr>
        <p:spPr>
          <a:xfrm flipH="1">
            <a:off x="6095999" y="1479086"/>
            <a:ext cx="1" cy="147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6095999" y="1626269"/>
            <a:ext cx="3134490" cy="235957"/>
            <a:chOff x="6095999" y="1626269"/>
            <a:chExt cx="3134490" cy="235957"/>
          </a:xfrm>
        </p:grpSpPr>
        <p:cxnSp>
          <p:nvCxnSpPr>
            <p:cNvPr id="52" name="直接连接符 51"/>
            <p:cNvCxnSpPr/>
            <p:nvPr/>
          </p:nvCxnSpPr>
          <p:spPr>
            <a:xfrm>
              <a:off x="6095999" y="1626269"/>
              <a:ext cx="106680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endCxn id="10" idx="0"/>
            </p:cNvCxnSpPr>
            <p:nvPr/>
          </p:nvCxnSpPr>
          <p:spPr>
            <a:xfrm>
              <a:off x="7142523" y="1626269"/>
              <a:ext cx="0" cy="235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连接符: 肘形 57"/>
            <p:cNvCxnSpPr>
              <a:endCxn id="11" idx="0"/>
            </p:cNvCxnSpPr>
            <p:nvPr/>
          </p:nvCxnSpPr>
          <p:spPr>
            <a:xfrm>
              <a:off x="7137443" y="1626269"/>
              <a:ext cx="2093046" cy="23595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1" name="直接连接符 60"/>
          <p:cNvCxnSpPr>
            <a:cxnSpLocks/>
          </p:cNvCxnSpPr>
          <p:nvPr/>
        </p:nvCxnSpPr>
        <p:spPr>
          <a:xfrm flipH="1">
            <a:off x="5026025" y="1626269"/>
            <a:ext cx="10699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cxnSpLocks/>
            <a:endCxn id="9" idx="0"/>
          </p:cNvCxnSpPr>
          <p:nvPr/>
        </p:nvCxnSpPr>
        <p:spPr>
          <a:xfrm>
            <a:off x="5049477" y="1626269"/>
            <a:ext cx="0" cy="23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连接符: 肘形 66"/>
          <p:cNvCxnSpPr>
            <a:cxnSpLocks/>
            <a:endCxn id="8" idx="0"/>
          </p:cNvCxnSpPr>
          <p:nvPr/>
        </p:nvCxnSpPr>
        <p:spPr>
          <a:xfrm rot="10800000" flipV="1">
            <a:off x="2956431" y="1626269"/>
            <a:ext cx="2093046" cy="2359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cxnSpLocks/>
          </p:cNvCxnSpPr>
          <p:nvPr/>
        </p:nvCxnSpPr>
        <p:spPr>
          <a:xfrm flipH="1">
            <a:off x="2950783" y="2298787"/>
            <a:ext cx="1" cy="469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cxnSpLocks/>
          </p:cNvCxnSpPr>
          <p:nvPr/>
        </p:nvCxnSpPr>
        <p:spPr>
          <a:xfrm>
            <a:off x="2956498" y="3478713"/>
            <a:ext cx="0" cy="28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cxnSpLocks/>
          </p:cNvCxnSpPr>
          <p:nvPr/>
        </p:nvCxnSpPr>
        <p:spPr>
          <a:xfrm>
            <a:off x="2950783" y="4210115"/>
            <a:ext cx="0" cy="284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cxnSpLocks/>
            <a:stCxn id="9" idx="2"/>
          </p:cNvCxnSpPr>
          <p:nvPr/>
        </p:nvCxnSpPr>
        <p:spPr>
          <a:xfrm>
            <a:off x="5049477" y="2298787"/>
            <a:ext cx="0" cy="174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/>
          <p:cNvCxnSpPr>
            <a:cxnSpLocks/>
          </p:cNvCxnSpPr>
          <p:nvPr/>
        </p:nvCxnSpPr>
        <p:spPr>
          <a:xfrm>
            <a:off x="5049477" y="2473377"/>
            <a:ext cx="41860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>
            <a:cxnSpLocks/>
            <a:stCxn id="10" idx="2"/>
          </p:cNvCxnSpPr>
          <p:nvPr/>
        </p:nvCxnSpPr>
        <p:spPr>
          <a:xfrm>
            <a:off x="7142523" y="2298787"/>
            <a:ext cx="0" cy="174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cxnSpLocks/>
            <a:stCxn id="11" idx="2"/>
          </p:cNvCxnSpPr>
          <p:nvPr/>
        </p:nvCxnSpPr>
        <p:spPr>
          <a:xfrm>
            <a:off x="9230489" y="2298787"/>
            <a:ext cx="0" cy="174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cxnSpLocks/>
          </p:cNvCxnSpPr>
          <p:nvPr/>
        </p:nvCxnSpPr>
        <p:spPr>
          <a:xfrm>
            <a:off x="9230389" y="2473377"/>
            <a:ext cx="0" cy="287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cxnSpLocks/>
            <a:endCxn id="32" idx="0"/>
          </p:cNvCxnSpPr>
          <p:nvPr/>
        </p:nvCxnSpPr>
        <p:spPr>
          <a:xfrm>
            <a:off x="9241184" y="3463076"/>
            <a:ext cx="0" cy="326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cxnSpLocks/>
            <a:stCxn id="32" idx="2"/>
          </p:cNvCxnSpPr>
          <p:nvPr/>
        </p:nvCxnSpPr>
        <p:spPr>
          <a:xfrm>
            <a:off x="9241184" y="4211741"/>
            <a:ext cx="0" cy="269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/>
          <p:cNvCxnSpPr>
            <a:cxnSpLocks/>
          </p:cNvCxnSpPr>
          <p:nvPr/>
        </p:nvCxnSpPr>
        <p:spPr>
          <a:xfrm>
            <a:off x="2950783" y="4927229"/>
            <a:ext cx="0" cy="281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/>
          <p:cNvCxnSpPr>
            <a:cxnSpLocks/>
          </p:cNvCxnSpPr>
          <p:nvPr/>
        </p:nvCxnSpPr>
        <p:spPr>
          <a:xfrm>
            <a:off x="9235569" y="4923712"/>
            <a:ext cx="0" cy="281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cxnSpLocks/>
          </p:cNvCxnSpPr>
          <p:nvPr/>
        </p:nvCxnSpPr>
        <p:spPr>
          <a:xfrm>
            <a:off x="2950783" y="5205565"/>
            <a:ext cx="62904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cxnSpLocks/>
            <a:endCxn id="14" idx="0"/>
          </p:cNvCxnSpPr>
          <p:nvPr/>
        </p:nvCxnSpPr>
        <p:spPr>
          <a:xfrm>
            <a:off x="5979159" y="5202049"/>
            <a:ext cx="0" cy="205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>
            <a:cxnSpLocks/>
            <a:stCxn id="14" idx="4"/>
          </p:cNvCxnSpPr>
          <p:nvPr/>
        </p:nvCxnSpPr>
        <p:spPr>
          <a:xfrm>
            <a:off x="5979159" y="5947785"/>
            <a:ext cx="0" cy="202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</Words>
  <Application>Microsoft Macintosh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张琪</dc:creator>
  <cp:lastModifiedBy>a1468</cp:lastModifiedBy>
  <cp:revision>12</cp:revision>
  <dcterms:created xsi:type="dcterms:W3CDTF">2023-08-09T12:44:00Z</dcterms:created>
  <dcterms:modified xsi:type="dcterms:W3CDTF">2026-05-13T12:39:27Z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B2A8D88381BE4A10AAA52AD1D877BC25_12</vt:lpwstr>
  </property>
</Properties>
</file>