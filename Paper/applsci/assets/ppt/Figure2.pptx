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2F6"/>
    <a:srgbClr val="0F766E"/>
    <a:srgbClr val="CCFBF1"/>
    <a:srgbClr val="EDE9FE"/>
    <a:srgbClr val="7C3AED"/>
    <a:srgbClr val="E4D9FD"/>
    <a:srgbClr val="F97316"/>
    <a:srgbClr val="ECFDF5"/>
    <a:srgbClr val="E5E7EB"/>
    <a:srgbClr val="FFED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95" autoAdjust="0"/>
    <p:restoredTop sz="94660"/>
  </p:normalViewPr>
  <p:slideViewPr>
    <p:cSldViewPr snapToGrid="0" showGuides="1">
      <p:cViewPr>
        <p:scale>
          <a:sx n="123" d="100"/>
          <a:sy n="123" d="100"/>
        </p:scale>
        <p:origin x="952" y="7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5" Type="http://schemas.openxmlformats.org/officeDocument/2006/relationships/image" Target="../media/image1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252046" y="453855"/>
            <a:ext cx="1735016" cy="2637692"/>
          </a:xfrm>
          <a:prstGeom prst="roundRect">
            <a:avLst>
              <a:gd name="adj" fmla="val 8559"/>
            </a:avLst>
          </a:prstGeom>
          <a:solidFill>
            <a:srgbClr val="E5E7EB"/>
          </a:solidFill>
          <a:ln>
            <a:solidFill>
              <a:srgbClr val="F3F4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矩形: 圆角 192"/>
          <p:cNvSpPr/>
          <p:nvPr/>
        </p:nvSpPr>
        <p:spPr>
          <a:xfrm>
            <a:off x="835465" y="1588318"/>
            <a:ext cx="966050" cy="580335"/>
          </a:xfrm>
          <a:prstGeom prst="round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矩形: 圆角 191"/>
          <p:cNvSpPr/>
          <p:nvPr/>
        </p:nvSpPr>
        <p:spPr>
          <a:xfrm>
            <a:off x="835465" y="907837"/>
            <a:ext cx="966050" cy="580335"/>
          </a:xfrm>
          <a:prstGeom prst="round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矩形: 圆角 87"/>
          <p:cNvSpPr/>
          <p:nvPr/>
        </p:nvSpPr>
        <p:spPr>
          <a:xfrm>
            <a:off x="143646" y="3728531"/>
            <a:ext cx="7177454" cy="2400300"/>
          </a:xfrm>
          <a:prstGeom prst="roundRect">
            <a:avLst>
              <a:gd name="adj" fmla="val 8730"/>
            </a:avLst>
          </a:prstGeom>
          <a:solidFill>
            <a:srgbClr val="F9FAFB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2189284" y="442132"/>
            <a:ext cx="9800493" cy="2649415"/>
          </a:xfrm>
          <a:prstGeom prst="roundRect">
            <a:avLst>
              <a:gd name="adj" fmla="val 7596"/>
            </a:avLst>
          </a:prstGeom>
          <a:solidFill>
            <a:srgbClr val="E6FFFA"/>
          </a:solidFill>
          <a:ln>
            <a:solidFill>
              <a:srgbClr val="2A9D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0" name="矩形: 圆角 89"/>
          <p:cNvSpPr/>
          <p:nvPr/>
        </p:nvSpPr>
        <p:spPr>
          <a:xfrm>
            <a:off x="2949315" y="4230181"/>
            <a:ext cx="3112643" cy="1397000"/>
          </a:xfrm>
          <a:prstGeom prst="roundRect">
            <a:avLst/>
          </a:prstGeom>
          <a:solidFill>
            <a:srgbClr val="F97316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7698658" y="4495573"/>
            <a:ext cx="1474839" cy="761017"/>
          </a:xfrm>
          <a:prstGeom prst="roundRect">
            <a:avLst/>
          </a:prstGeom>
          <a:solidFill>
            <a:srgbClr val="E5E7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Gated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Aggregation</a:t>
            </a:r>
            <a:endParaRPr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9551055" y="4495573"/>
            <a:ext cx="1067784" cy="76101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Swin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Spatial</a:t>
            </a:r>
            <a:endParaRPr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89" name="矩形: 圆角 88"/>
          <p:cNvSpPr/>
          <p:nvPr/>
        </p:nvSpPr>
        <p:spPr>
          <a:xfrm>
            <a:off x="533220" y="4726620"/>
            <a:ext cx="909651" cy="588445"/>
          </a:xfrm>
          <a:prstGeom prst="roundRect">
            <a:avLst/>
          </a:prstGeom>
          <a:solidFill>
            <a:srgbClr val="E5E7EB"/>
          </a:solidFill>
          <a:ln>
            <a:solidFill>
              <a:srgbClr val="DBDC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Flow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Warp</a:t>
            </a:r>
            <a:endParaRPr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91" name="矩形: 圆角 90"/>
          <p:cNvSpPr/>
          <p:nvPr/>
        </p:nvSpPr>
        <p:spPr>
          <a:xfrm>
            <a:off x="2386282" y="1421285"/>
            <a:ext cx="990600" cy="914400"/>
          </a:xfrm>
          <a:prstGeom prst="roundRect">
            <a:avLst>
              <a:gd name="adj" fmla="val 11111"/>
            </a:avLst>
          </a:prstGeom>
          <a:solidFill>
            <a:srgbClr val="F9FAFB"/>
          </a:solidFill>
          <a:ln>
            <a:solidFill>
              <a:srgbClr val="1F29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Haar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DWT</a:t>
            </a:r>
            <a:endParaRPr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矩形: 圆角 164"/>
              <p:cNvSpPr/>
              <p:nvPr/>
            </p:nvSpPr>
            <p:spPr>
              <a:xfrm>
                <a:off x="3018504" y="4936230"/>
                <a:ext cx="2951116" cy="452590"/>
              </a:xfrm>
              <a:prstGeom prst="roundRect">
                <a:avLst/>
              </a:prstGeom>
              <a:solidFill>
                <a:srgbClr val="FFEDD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4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altLang="zh-CN" sz="14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4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CN" sz="1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spatial</m:t>
                          </m:r>
                        </m:sup>
                      </m:sSubSup>
                      <m:r>
                        <a:rPr lang="en-US" altLang="zh-CN" sz="1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sz="1400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1400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CN" sz="1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altLang="zh-CN" sz="14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4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CN" sz="1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wavelet</m:t>
                          </m:r>
                        </m:sup>
                      </m:sSubSup>
                    </m:oMath>
                  </m:oMathPara>
                </a14:m>
                <a:endParaRPr lang="en-US" altLang="zh-CN" sz="1400" dirty="0">
                  <a:solidFill>
                    <a:schemeClr val="tx1"/>
                  </a:solidFill>
                </a:endParaRPr>
              </a:p>
              <a:p>
                <a:pPr algn="ctr"/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5" name="矩形: 圆角 1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504" y="4936230"/>
                <a:ext cx="2951116" cy="45259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0" name="组合 169"/>
          <p:cNvGrpSpPr/>
          <p:nvPr/>
        </p:nvGrpSpPr>
        <p:grpSpPr>
          <a:xfrm>
            <a:off x="8628438" y="838524"/>
            <a:ext cx="686202" cy="664999"/>
            <a:chOff x="2235518" y="2580483"/>
            <a:chExt cx="6629082" cy="3749762"/>
          </a:xfrm>
          <a:solidFill>
            <a:srgbClr val="D1FAE5"/>
          </a:solidFill>
        </p:grpSpPr>
        <p:sp>
          <p:nvSpPr>
            <p:cNvPr id="171" name="矩形 138"/>
            <p:cNvSpPr/>
            <p:nvPr/>
          </p:nvSpPr>
          <p:spPr>
            <a:xfrm>
              <a:off x="2703672" y="2705101"/>
              <a:ext cx="6160928" cy="3625144"/>
            </a:xfrm>
            <a:custGeom>
              <a:avLst/>
              <a:gdLst>
                <a:gd name="csX0" fmla="*/ 0 w 600075"/>
                <a:gd name="csY0" fmla="*/ 0 h 407989"/>
                <a:gd name="csX1" fmla="*/ 600075 w 600075"/>
                <a:gd name="csY1" fmla="*/ 0 h 407989"/>
                <a:gd name="csX2" fmla="*/ 600075 w 600075"/>
                <a:gd name="csY2" fmla="*/ 407989 h 407989"/>
                <a:gd name="csX3" fmla="*/ 0 w 600075"/>
                <a:gd name="csY3" fmla="*/ 407989 h 407989"/>
                <a:gd name="csX4" fmla="*/ 0 w 600075"/>
                <a:gd name="csY4" fmla="*/ 0 h 407989"/>
                <a:gd name="csX0-1" fmla="*/ 0 w 600075"/>
                <a:gd name="csY0-2" fmla="*/ 179387 h 587376"/>
                <a:gd name="csX1-3" fmla="*/ 598487 w 600075"/>
                <a:gd name="csY1-4" fmla="*/ 0 h 587376"/>
                <a:gd name="csX2-5" fmla="*/ 600075 w 600075"/>
                <a:gd name="csY2-6" fmla="*/ 587376 h 587376"/>
                <a:gd name="csX3-7" fmla="*/ 0 w 600075"/>
                <a:gd name="csY3-8" fmla="*/ 587376 h 587376"/>
                <a:gd name="csX4-9" fmla="*/ 0 w 600075"/>
                <a:gd name="csY4-10" fmla="*/ 179387 h 587376"/>
                <a:gd name="csX0-11" fmla="*/ 0 w 600075"/>
                <a:gd name="csY0-12" fmla="*/ 179387 h 587376"/>
                <a:gd name="csX1-13" fmla="*/ 598487 w 600075"/>
                <a:gd name="csY1-14" fmla="*/ 0 h 587376"/>
                <a:gd name="csX2-15" fmla="*/ 600075 w 600075"/>
                <a:gd name="csY2-16" fmla="*/ 409576 h 587376"/>
                <a:gd name="csX3-17" fmla="*/ 0 w 600075"/>
                <a:gd name="csY3-18" fmla="*/ 587376 h 587376"/>
                <a:gd name="csX4-19" fmla="*/ 0 w 600075"/>
                <a:gd name="csY4-20" fmla="*/ 179387 h 587376"/>
                <a:gd name="csX0-21" fmla="*/ 0 w 598496"/>
                <a:gd name="csY0-22" fmla="*/ 179387 h 587376"/>
                <a:gd name="csX1-23" fmla="*/ 598487 w 598496"/>
                <a:gd name="csY1-24" fmla="*/ 0 h 587376"/>
                <a:gd name="csX2-25" fmla="*/ 577850 w 598496"/>
                <a:gd name="csY2-26" fmla="*/ 341314 h 587376"/>
                <a:gd name="csX3-27" fmla="*/ 0 w 598496"/>
                <a:gd name="csY3-28" fmla="*/ 587376 h 587376"/>
                <a:gd name="csX4-29" fmla="*/ 0 w 598496"/>
                <a:gd name="csY4-30" fmla="*/ 179387 h 587376"/>
                <a:gd name="csX0-31" fmla="*/ 0 w 601663"/>
                <a:gd name="csY0-32" fmla="*/ 179387 h 587376"/>
                <a:gd name="csX1-33" fmla="*/ 598487 w 601663"/>
                <a:gd name="csY1-34" fmla="*/ 0 h 587376"/>
                <a:gd name="csX2-35" fmla="*/ 601663 w 601663"/>
                <a:gd name="csY2-36" fmla="*/ 395289 h 587376"/>
                <a:gd name="csX3-37" fmla="*/ 0 w 601663"/>
                <a:gd name="csY3-38" fmla="*/ 587376 h 587376"/>
                <a:gd name="csX4-39" fmla="*/ 0 w 601663"/>
                <a:gd name="csY4-40" fmla="*/ 179387 h 587376"/>
                <a:gd name="csX0-41" fmla="*/ 0 w 601663"/>
                <a:gd name="csY0-42" fmla="*/ 179387 h 587376"/>
                <a:gd name="csX1-43" fmla="*/ 599417 w 601663"/>
                <a:gd name="csY1-44" fmla="*/ 0 h 587376"/>
                <a:gd name="csX2-45" fmla="*/ 601663 w 601663"/>
                <a:gd name="csY2-46" fmla="*/ 395289 h 587376"/>
                <a:gd name="csX3-47" fmla="*/ 0 w 601663"/>
                <a:gd name="csY3-48" fmla="*/ 587376 h 587376"/>
                <a:gd name="csX4-49" fmla="*/ 0 w 601663"/>
                <a:gd name="csY4-50" fmla="*/ 179387 h 587376"/>
                <a:gd name="csX0-51" fmla="*/ 0 w 601663"/>
                <a:gd name="csY0-52" fmla="*/ 179387 h 587376"/>
                <a:gd name="csX1-53" fmla="*/ 601277 w 601663"/>
                <a:gd name="csY1-54" fmla="*/ 0 h 587376"/>
                <a:gd name="csX2-55" fmla="*/ 601663 w 601663"/>
                <a:gd name="csY2-56" fmla="*/ 395289 h 587376"/>
                <a:gd name="csX3-57" fmla="*/ 0 w 601663"/>
                <a:gd name="csY3-58" fmla="*/ 587376 h 587376"/>
                <a:gd name="csX4-59" fmla="*/ 0 w 601663"/>
                <a:gd name="csY4-60" fmla="*/ 179387 h 587376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</a:cxnLst>
              <a:rect l="l" t="t" r="r" b="b"/>
              <a:pathLst>
                <a:path w="601663" h="587376">
                  <a:moveTo>
                    <a:pt x="0" y="179387"/>
                  </a:moveTo>
                  <a:lnTo>
                    <a:pt x="601277" y="0"/>
                  </a:lnTo>
                  <a:cubicBezTo>
                    <a:pt x="601806" y="195792"/>
                    <a:pt x="601134" y="199497"/>
                    <a:pt x="601663" y="395289"/>
                  </a:cubicBezTo>
                  <a:lnTo>
                    <a:pt x="0" y="587376"/>
                  </a:lnTo>
                  <a:lnTo>
                    <a:pt x="0" y="179387"/>
                  </a:lnTo>
                  <a:close/>
                </a:path>
              </a:pathLst>
            </a:cu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2" name="矩形 6"/>
            <p:cNvSpPr/>
            <p:nvPr/>
          </p:nvSpPr>
          <p:spPr>
            <a:xfrm>
              <a:off x="2235518" y="3689351"/>
              <a:ext cx="468154" cy="2640894"/>
            </a:xfrm>
            <a:custGeom>
              <a:avLst/>
              <a:gdLst>
                <a:gd name="csX0" fmla="*/ 0 w 664367"/>
                <a:gd name="csY0" fmla="*/ 0 h 410760"/>
                <a:gd name="csX1" fmla="*/ 664367 w 664367"/>
                <a:gd name="csY1" fmla="*/ 0 h 410760"/>
                <a:gd name="csX2" fmla="*/ 664367 w 664367"/>
                <a:gd name="csY2" fmla="*/ 410760 h 410760"/>
                <a:gd name="csX3" fmla="*/ 0 w 664367"/>
                <a:gd name="csY3" fmla="*/ 410760 h 410760"/>
                <a:gd name="csX4" fmla="*/ 0 w 664367"/>
                <a:gd name="csY4" fmla="*/ 0 h 410760"/>
                <a:gd name="csX0-1" fmla="*/ 0 w 664367"/>
                <a:gd name="csY0-2" fmla="*/ 0 h 410760"/>
                <a:gd name="csX1-3" fmla="*/ 664367 w 664367"/>
                <a:gd name="csY1-4" fmla="*/ 0 h 410760"/>
                <a:gd name="csX2-5" fmla="*/ 664367 w 664367"/>
                <a:gd name="csY2-6" fmla="*/ 410760 h 410760"/>
                <a:gd name="csX3-7" fmla="*/ 2381 w 664367"/>
                <a:gd name="csY3-8" fmla="*/ 327416 h 410760"/>
                <a:gd name="csX4-9" fmla="*/ 0 w 664367"/>
                <a:gd name="csY4-10" fmla="*/ 0 h 410760"/>
                <a:gd name="csX0-11" fmla="*/ 0 w 669078"/>
                <a:gd name="csY0-12" fmla="*/ 0 h 486960"/>
                <a:gd name="csX1-13" fmla="*/ 669078 w 669078"/>
                <a:gd name="csY1-14" fmla="*/ 76200 h 486960"/>
                <a:gd name="csX2-15" fmla="*/ 669078 w 669078"/>
                <a:gd name="csY2-16" fmla="*/ 486960 h 486960"/>
                <a:gd name="csX3-17" fmla="*/ 7092 w 669078"/>
                <a:gd name="csY3-18" fmla="*/ 403616 h 486960"/>
                <a:gd name="csX4-19" fmla="*/ 0 w 669078"/>
                <a:gd name="csY4-20" fmla="*/ 0 h 486960"/>
                <a:gd name="csX0-21" fmla="*/ 24545 w 693623"/>
                <a:gd name="csY0-22" fmla="*/ 0 h 486960"/>
                <a:gd name="csX1-23" fmla="*/ 693623 w 693623"/>
                <a:gd name="csY1-24" fmla="*/ 76200 h 486960"/>
                <a:gd name="csX2-25" fmla="*/ 693623 w 693623"/>
                <a:gd name="csY2-26" fmla="*/ 486960 h 486960"/>
                <a:gd name="csX3-27" fmla="*/ 13 w 693623"/>
                <a:gd name="csY3-28" fmla="*/ 444717 h 486960"/>
                <a:gd name="csX4-29" fmla="*/ 24545 w 693623"/>
                <a:gd name="csY4-30" fmla="*/ 0 h 486960"/>
                <a:gd name="csX0-31" fmla="*/ 24545 w 693623"/>
                <a:gd name="csY0-32" fmla="*/ 0 h 470036"/>
                <a:gd name="csX1-33" fmla="*/ 693623 w 693623"/>
                <a:gd name="csY1-34" fmla="*/ 59276 h 470036"/>
                <a:gd name="csX2-35" fmla="*/ 693623 w 693623"/>
                <a:gd name="csY2-36" fmla="*/ 470036 h 470036"/>
                <a:gd name="csX3-37" fmla="*/ 13 w 693623"/>
                <a:gd name="csY3-38" fmla="*/ 427793 h 470036"/>
                <a:gd name="csX4-39" fmla="*/ 24545 w 693623"/>
                <a:gd name="csY4-40" fmla="*/ 0 h 470036"/>
                <a:gd name="csX0-41" fmla="*/ 832 w 693783"/>
                <a:gd name="csY0-42" fmla="*/ 0 h 470036"/>
                <a:gd name="csX1-43" fmla="*/ 693783 w 693783"/>
                <a:gd name="csY1-44" fmla="*/ 59276 h 470036"/>
                <a:gd name="csX2-45" fmla="*/ 693783 w 693783"/>
                <a:gd name="csY2-46" fmla="*/ 470036 h 470036"/>
                <a:gd name="csX3-47" fmla="*/ 173 w 693783"/>
                <a:gd name="csY3-48" fmla="*/ 427793 h 470036"/>
                <a:gd name="csX4-49" fmla="*/ 832 w 693783"/>
                <a:gd name="csY4-50" fmla="*/ 0 h 470036"/>
                <a:gd name="csX0-51" fmla="*/ 24602 w 717553"/>
                <a:gd name="csY0-52" fmla="*/ 0 h 470036"/>
                <a:gd name="csX1-53" fmla="*/ 717553 w 717553"/>
                <a:gd name="csY1-54" fmla="*/ 59276 h 470036"/>
                <a:gd name="csX2-55" fmla="*/ 717553 w 717553"/>
                <a:gd name="csY2-56" fmla="*/ 470036 h 470036"/>
                <a:gd name="csX3-57" fmla="*/ 20 w 717553"/>
                <a:gd name="csY3-58" fmla="*/ 450398 h 470036"/>
                <a:gd name="csX4-59" fmla="*/ 24602 w 717553"/>
                <a:gd name="csY4-60" fmla="*/ 0 h 470036"/>
                <a:gd name="csX0-61" fmla="*/ 24604 w 717553"/>
                <a:gd name="csY0-62" fmla="*/ 0 h 430282"/>
                <a:gd name="csX1-63" fmla="*/ 717553 w 717553"/>
                <a:gd name="csY1-64" fmla="*/ 19522 h 430282"/>
                <a:gd name="csX2-65" fmla="*/ 717553 w 717553"/>
                <a:gd name="csY2-66" fmla="*/ 430282 h 430282"/>
                <a:gd name="csX3-67" fmla="*/ 20 w 717553"/>
                <a:gd name="csY3-68" fmla="*/ 410644 h 430282"/>
                <a:gd name="csX4-69" fmla="*/ 24604 w 717553"/>
                <a:gd name="csY4-70" fmla="*/ 0 h 430282"/>
                <a:gd name="csX0-71" fmla="*/ 7648 w 717582"/>
                <a:gd name="csY0-72" fmla="*/ 0 h 430282"/>
                <a:gd name="csX1-73" fmla="*/ 717582 w 717582"/>
                <a:gd name="csY1-74" fmla="*/ 19522 h 430282"/>
                <a:gd name="csX2-75" fmla="*/ 717582 w 717582"/>
                <a:gd name="csY2-76" fmla="*/ 430282 h 430282"/>
                <a:gd name="csX3-77" fmla="*/ 49 w 717582"/>
                <a:gd name="csY3-78" fmla="*/ 410644 h 430282"/>
                <a:gd name="csX4-79" fmla="*/ 7648 w 717582"/>
                <a:gd name="csY4-80" fmla="*/ 0 h 430282"/>
                <a:gd name="csX0-81" fmla="*/ 0 w 726918"/>
                <a:gd name="csY0-82" fmla="*/ 0 h 430282"/>
                <a:gd name="csX1-83" fmla="*/ 726918 w 726918"/>
                <a:gd name="csY1-84" fmla="*/ 19522 h 430282"/>
                <a:gd name="csX2-85" fmla="*/ 726918 w 726918"/>
                <a:gd name="csY2-86" fmla="*/ 430282 h 430282"/>
                <a:gd name="csX3-87" fmla="*/ 9385 w 726918"/>
                <a:gd name="csY3-88" fmla="*/ 410644 h 430282"/>
                <a:gd name="csX4-89" fmla="*/ 0 w 726918"/>
                <a:gd name="csY4-90" fmla="*/ 0 h 430282"/>
                <a:gd name="csX0-91" fmla="*/ 0 w 726918"/>
                <a:gd name="csY0-92" fmla="*/ 0 h 430282"/>
                <a:gd name="csX1-93" fmla="*/ 726918 w 726918"/>
                <a:gd name="csY1-94" fmla="*/ 19522 h 430282"/>
                <a:gd name="csX2-95" fmla="*/ 726918 w 726918"/>
                <a:gd name="csY2-96" fmla="*/ 430282 h 430282"/>
                <a:gd name="csX3-97" fmla="*/ 2906 w 726918"/>
                <a:gd name="csY3-98" fmla="*/ 409865 h 430282"/>
                <a:gd name="csX4-99" fmla="*/ 0 w 726918"/>
                <a:gd name="csY4-100" fmla="*/ 0 h 430282"/>
                <a:gd name="csX0-101" fmla="*/ 3657 w 730575"/>
                <a:gd name="csY0-102" fmla="*/ 0 h 430282"/>
                <a:gd name="csX1-103" fmla="*/ 730575 w 730575"/>
                <a:gd name="csY1-104" fmla="*/ 19522 h 430282"/>
                <a:gd name="csX2-105" fmla="*/ 730575 w 730575"/>
                <a:gd name="csY2-106" fmla="*/ 430282 h 430282"/>
                <a:gd name="csX3-107" fmla="*/ 83 w 730575"/>
                <a:gd name="csY3-108" fmla="*/ 409865 h 430282"/>
                <a:gd name="csX4-109" fmla="*/ 3657 w 730575"/>
                <a:gd name="csY4-110" fmla="*/ 0 h 430282"/>
                <a:gd name="csX0-111" fmla="*/ 0 w 726918"/>
                <a:gd name="csY0-112" fmla="*/ 0 h 430282"/>
                <a:gd name="csX1-113" fmla="*/ 726918 w 726918"/>
                <a:gd name="csY1-114" fmla="*/ 19522 h 430282"/>
                <a:gd name="csX2-115" fmla="*/ 726918 w 726918"/>
                <a:gd name="csY2-116" fmla="*/ 430282 h 430282"/>
                <a:gd name="csX3-117" fmla="*/ 2905 w 726918"/>
                <a:gd name="csY3-118" fmla="*/ 409086 h 430282"/>
                <a:gd name="csX4-119" fmla="*/ 0 w 726918"/>
                <a:gd name="csY4-120" fmla="*/ 0 h 430282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</a:cxnLst>
              <a:rect l="l" t="t" r="r" b="b"/>
              <a:pathLst>
                <a:path w="726918" h="430282">
                  <a:moveTo>
                    <a:pt x="0" y="0"/>
                  </a:moveTo>
                  <a:lnTo>
                    <a:pt x="726918" y="19522"/>
                  </a:lnTo>
                  <a:lnTo>
                    <a:pt x="726918" y="430282"/>
                  </a:lnTo>
                  <a:lnTo>
                    <a:pt x="2905" y="409086"/>
                  </a:lnTo>
                  <a:cubicBezTo>
                    <a:pt x="2111" y="299947"/>
                    <a:pt x="794" y="109139"/>
                    <a:pt x="0" y="0"/>
                  </a:cubicBezTo>
                  <a:close/>
                </a:path>
              </a:pathLst>
            </a:custGeom>
            <a:grp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矩形 15"/>
            <p:cNvSpPr/>
            <p:nvPr/>
          </p:nvSpPr>
          <p:spPr>
            <a:xfrm>
              <a:off x="2235518" y="2580483"/>
              <a:ext cx="6622763" cy="1233487"/>
            </a:xfrm>
            <a:custGeom>
              <a:avLst/>
              <a:gdLst>
                <a:gd name="csX0" fmla="*/ 0 w 6160927"/>
                <a:gd name="csY0" fmla="*/ 0 h 781050"/>
                <a:gd name="csX1" fmla="*/ 6160927 w 6160927"/>
                <a:gd name="csY1" fmla="*/ 0 h 781050"/>
                <a:gd name="csX2" fmla="*/ 6160927 w 6160927"/>
                <a:gd name="csY2" fmla="*/ 781050 h 781050"/>
                <a:gd name="csX3" fmla="*/ 0 w 6160927"/>
                <a:gd name="csY3" fmla="*/ 781050 h 781050"/>
                <a:gd name="csX4" fmla="*/ 0 w 6160927"/>
                <a:gd name="csY4" fmla="*/ 0 h 781050"/>
                <a:gd name="csX0-1" fmla="*/ 0 w 6606095"/>
                <a:gd name="csY0-2" fmla="*/ 679784 h 781050"/>
                <a:gd name="csX1-3" fmla="*/ 6606095 w 6606095"/>
                <a:gd name="csY1-4" fmla="*/ 0 h 781050"/>
                <a:gd name="csX2-5" fmla="*/ 6606095 w 6606095"/>
                <a:gd name="csY2-6" fmla="*/ 781050 h 781050"/>
                <a:gd name="csX3-7" fmla="*/ 445168 w 6606095"/>
                <a:gd name="csY3-8" fmla="*/ 781050 h 781050"/>
                <a:gd name="csX4-9" fmla="*/ 0 w 6606095"/>
                <a:gd name="csY4-10" fmla="*/ 679784 h 781050"/>
                <a:gd name="csX0-11" fmla="*/ 0 w 6627526"/>
                <a:gd name="csY0-12" fmla="*/ 663115 h 781050"/>
                <a:gd name="csX1-13" fmla="*/ 6627526 w 6627526"/>
                <a:gd name="csY1-14" fmla="*/ 0 h 781050"/>
                <a:gd name="csX2-15" fmla="*/ 6627526 w 6627526"/>
                <a:gd name="csY2-16" fmla="*/ 781050 h 781050"/>
                <a:gd name="csX3-17" fmla="*/ 466599 w 6627526"/>
                <a:gd name="csY3-18" fmla="*/ 781050 h 781050"/>
                <a:gd name="csX4-19" fmla="*/ 0 w 6627526"/>
                <a:gd name="csY4-20" fmla="*/ 663115 h 781050"/>
                <a:gd name="csX0-21" fmla="*/ 0 w 6627526"/>
                <a:gd name="csY0-22" fmla="*/ 1372727 h 1490662"/>
                <a:gd name="csX1-23" fmla="*/ 6479889 w 6627526"/>
                <a:gd name="csY1-24" fmla="*/ 0 h 1490662"/>
                <a:gd name="csX2-25" fmla="*/ 6627526 w 6627526"/>
                <a:gd name="csY2-26" fmla="*/ 1490662 h 1490662"/>
                <a:gd name="csX3-27" fmla="*/ 466599 w 6627526"/>
                <a:gd name="csY3-28" fmla="*/ 1490662 h 1490662"/>
                <a:gd name="csX4-29" fmla="*/ 0 w 6627526"/>
                <a:gd name="csY4-30" fmla="*/ 1372727 h 1490662"/>
                <a:gd name="csX0-31" fmla="*/ 0 w 6620382"/>
                <a:gd name="csY0-32" fmla="*/ 1372727 h 1490662"/>
                <a:gd name="csX1-33" fmla="*/ 6479889 w 6620382"/>
                <a:gd name="csY1-34" fmla="*/ 0 h 1490662"/>
                <a:gd name="csX2-35" fmla="*/ 6620382 w 6620382"/>
                <a:gd name="csY2-36" fmla="*/ 378618 h 1490662"/>
                <a:gd name="csX3-37" fmla="*/ 466599 w 6620382"/>
                <a:gd name="csY3-38" fmla="*/ 1490662 h 1490662"/>
                <a:gd name="csX4-39" fmla="*/ 0 w 6620382"/>
                <a:gd name="csY4-40" fmla="*/ 1372727 h 1490662"/>
                <a:gd name="csX0-41" fmla="*/ 0 w 6620382"/>
                <a:gd name="csY0-42" fmla="*/ 1256045 h 1373980"/>
                <a:gd name="csX1-43" fmla="*/ 6525133 w 6620382"/>
                <a:gd name="csY1-44" fmla="*/ 0 h 1373980"/>
                <a:gd name="csX2-45" fmla="*/ 6620382 w 6620382"/>
                <a:gd name="csY2-46" fmla="*/ 261936 h 1373980"/>
                <a:gd name="csX3-47" fmla="*/ 466599 w 6620382"/>
                <a:gd name="csY3-48" fmla="*/ 1373980 h 1373980"/>
                <a:gd name="csX4-49" fmla="*/ 0 w 6620382"/>
                <a:gd name="csY4-50" fmla="*/ 1256045 h 1373980"/>
                <a:gd name="csX0-51" fmla="*/ 0 w 6620382"/>
                <a:gd name="csY0-52" fmla="*/ 1244139 h 1362074"/>
                <a:gd name="csX1-53" fmla="*/ 6529895 w 6620382"/>
                <a:gd name="csY1-54" fmla="*/ 0 h 1362074"/>
                <a:gd name="csX2-55" fmla="*/ 6620382 w 6620382"/>
                <a:gd name="csY2-56" fmla="*/ 250030 h 1362074"/>
                <a:gd name="csX3-57" fmla="*/ 466599 w 6620382"/>
                <a:gd name="csY3-58" fmla="*/ 1362074 h 1362074"/>
                <a:gd name="csX4-59" fmla="*/ 0 w 6620382"/>
                <a:gd name="csY4-60" fmla="*/ 1244139 h 1362074"/>
                <a:gd name="csX0-61" fmla="*/ 0 w 6622763"/>
                <a:gd name="csY0-62" fmla="*/ 1234614 h 1362074"/>
                <a:gd name="csX1-63" fmla="*/ 6532276 w 6622763"/>
                <a:gd name="csY1-64" fmla="*/ 0 h 1362074"/>
                <a:gd name="csX2-65" fmla="*/ 6622763 w 6622763"/>
                <a:gd name="csY2-66" fmla="*/ 250030 h 1362074"/>
                <a:gd name="csX3-67" fmla="*/ 468980 w 6622763"/>
                <a:gd name="csY3-68" fmla="*/ 1362074 h 1362074"/>
                <a:gd name="csX4-69" fmla="*/ 0 w 6622763"/>
                <a:gd name="csY4-70" fmla="*/ 1234614 h 1362074"/>
                <a:gd name="csX0-71" fmla="*/ 0 w 6622763"/>
                <a:gd name="csY0-72" fmla="*/ 1063164 h 1190624"/>
                <a:gd name="csX1-73" fmla="*/ 6308439 w 6622763"/>
                <a:gd name="csY1-74" fmla="*/ 0 h 1190624"/>
                <a:gd name="csX2-75" fmla="*/ 6622763 w 6622763"/>
                <a:gd name="csY2-76" fmla="*/ 78580 h 1190624"/>
                <a:gd name="csX3-77" fmla="*/ 468980 w 6622763"/>
                <a:gd name="csY3-78" fmla="*/ 1190624 h 1190624"/>
                <a:gd name="csX4-79" fmla="*/ 0 w 6622763"/>
                <a:gd name="csY4-80" fmla="*/ 1063164 h 1190624"/>
                <a:gd name="csX0-81" fmla="*/ 0 w 6622763"/>
                <a:gd name="csY0-82" fmla="*/ 1101264 h 1228724"/>
                <a:gd name="csX1-83" fmla="*/ 6165564 w 6622763"/>
                <a:gd name="csY1-84" fmla="*/ 0 h 1228724"/>
                <a:gd name="csX2-85" fmla="*/ 6622763 w 6622763"/>
                <a:gd name="csY2-86" fmla="*/ 116680 h 1228724"/>
                <a:gd name="csX3-87" fmla="*/ 468980 w 6622763"/>
                <a:gd name="csY3-88" fmla="*/ 1228724 h 1228724"/>
                <a:gd name="csX4-89" fmla="*/ 0 w 6622763"/>
                <a:gd name="csY4-90" fmla="*/ 1101264 h 1228724"/>
                <a:gd name="csX0-91" fmla="*/ 0 w 6622763"/>
                <a:gd name="csY0-92" fmla="*/ 1044114 h 1171574"/>
                <a:gd name="csX1-93" fmla="*/ 6165564 w 6622763"/>
                <a:gd name="csY1-94" fmla="*/ 0 h 1171574"/>
                <a:gd name="csX2-95" fmla="*/ 6622763 w 6622763"/>
                <a:gd name="csY2-96" fmla="*/ 59530 h 1171574"/>
                <a:gd name="csX3-97" fmla="*/ 468980 w 6622763"/>
                <a:gd name="csY3-98" fmla="*/ 1171574 h 1171574"/>
                <a:gd name="csX4-99" fmla="*/ 0 w 6622763"/>
                <a:gd name="csY4-100" fmla="*/ 1044114 h 1171574"/>
                <a:gd name="csX0-101" fmla="*/ 0 w 6622763"/>
                <a:gd name="csY0-102" fmla="*/ 1106027 h 1233487"/>
                <a:gd name="csX1-103" fmla="*/ 6160801 w 6622763"/>
                <a:gd name="csY1-104" fmla="*/ 0 h 1233487"/>
                <a:gd name="csX2-105" fmla="*/ 6622763 w 6622763"/>
                <a:gd name="csY2-106" fmla="*/ 121443 h 1233487"/>
                <a:gd name="csX3-107" fmla="*/ 468980 w 6622763"/>
                <a:gd name="csY3-108" fmla="*/ 1233487 h 1233487"/>
                <a:gd name="csX4-109" fmla="*/ 0 w 6622763"/>
                <a:gd name="csY4-110" fmla="*/ 1106027 h 1233487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</a:cxnLst>
              <a:rect l="l" t="t" r="r" b="b"/>
              <a:pathLst>
                <a:path w="6622763" h="1233487">
                  <a:moveTo>
                    <a:pt x="0" y="1106027"/>
                  </a:moveTo>
                  <a:lnTo>
                    <a:pt x="6160801" y="0"/>
                  </a:lnTo>
                  <a:lnTo>
                    <a:pt x="6622763" y="121443"/>
                  </a:lnTo>
                  <a:lnTo>
                    <a:pt x="468980" y="1233487"/>
                  </a:lnTo>
                  <a:lnTo>
                    <a:pt x="0" y="1106027"/>
                  </a:lnTo>
                  <a:close/>
                </a:path>
              </a:pathLst>
            </a:custGeom>
            <a:grp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74" name="组合 173"/>
          <p:cNvGrpSpPr/>
          <p:nvPr/>
        </p:nvGrpSpPr>
        <p:grpSpPr>
          <a:xfrm>
            <a:off x="8628438" y="2268799"/>
            <a:ext cx="686202" cy="664999"/>
            <a:chOff x="2235518" y="2580483"/>
            <a:chExt cx="6629082" cy="3749762"/>
          </a:xfrm>
          <a:solidFill>
            <a:srgbClr val="D1FAE5"/>
          </a:solidFill>
        </p:grpSpPr>
        <p:sp>
          <p:nvSpPr>
            <p:cNvPr id="175" name="矩形 138"/>
            <p:cNvSpPr/>
            <p:nvPr/>
          </p:nvSpPr>
          <p:spPr>
            <a:xfrm>
              <a:off x="2703672" y="2705101"/>
              <a:ext cx="6160928" cy="3625144"/>
            </a:xfrm>
            <a:custGeom>
              <a:avLst/>
              <a:gdLst>
                <a:gd name="csX0" fmla="*/ 0 w 600075"/>
                <a:gd name="csY0" fmla="*/ 0 h 407989"/>
                <a:gd name="csX1" fmla="*/ 600075 w 600075"/>
                <a:gd name="csY1" fmla="*/ 0 h 407989"/>
                <a:gd name="csX2" fmla="*/ 600075 w 600075"/>
                <a:gd name="csY2" fmla="*/ 407989 h 407989"/>
                <a:gd name="csX3" fmla="*/ 0 w 600075"/>
                <a:gd name="csY3" fmla="*/ 407989 h 407989"/>
                <a:gd name="csX4" fmla="*/ 0 w 600075"/>
                <a:gd name="csY4" fmla="*/ 0 h 407989"/>
                <a:gd name="csX0-1" fmla="*/ 0 w 600075"/>
                <a:gd name="csY0-2" fmla="*/ 179387 h 587376"/>
                <a:gd name="csX1-3" fmla="*/ 598487 w 600075"/>
                <a:gd name="csY1-4" fmla="*/ 0 h 587376"/>
                <a:gd name="csX2-5" fmla="*/ 600075 w 600075"/>
                <a:gd name="csY2-6" fmla="*/ 587376 h 587376"/>
                <a:gd name="csX3-7" fmla="*/ 0 w 600075"/>
                <a:gd name="csY3-8" fmla="*/ 587376 h 587376"/>
                <a:gd name="csX4-9" fmla="*/ 0 w 600075"/>
                <a:gd name="csY4-10" fmla="*/ 179387 h 587376"/>
                <a:gd name="csX0-11" fmla="*/ 0 w 600075"/>
                <a:gd name="csY0-12" fmla="*/ 179387 h 587376"/>
                <a:gd name="csX1-13" fmla="*/ 598487 w 600075"/>
                <a:gd name="csY1-14" fmla="*/ 0 h 587376"/>
                <a:gd name="csX2-15" fmla="*/ 600075 w 600075"/>
                <a:gd name="csY2-16" fmla="*/ 409576 h 587376"/>
                <a:gd name="csX3-17" fmla="*/ 0 w 600075"/>
                <a:gd name="csY3-18" fmla="*/ 587376 h 587376"/>
                <a:gd name="csX4-19" fmla="*/ 0 w 600075"/>
                <a:gd name="csY4-20" fmla="*/ 179387 h 587376"/>
                <a:gd name="csX0-21" fmla="*/ 0 w 598496"/>
                <a:gd name="csY0-22" fmla="*/ 179387 h 587376"/>
                <a:gd name="csX1-23" fmla="*/ 598487 w 598496"/>
                <a:gd name="csY1-24" fmla="*/ 0 h 587376"/>
                <a:gd name="csX2-25" fmla="*/ 577850 w 598496"/>
                <a:gd name="csY2-26" fmla="*/ 341314 h 587376"/>
                <a:gd name="csX3-27" fmla="*/ 0 w 598496"/>
                <a:gd name="csY3-28" fmla="*/ 587376 h 587376"/>
                <a:gd name="csX4-29" fmla="*/ 0 w 598496"/>
                <a:gd name="csY4-30" fmla="*/ 179387 h 587376"/>
                <a:gd name="csX0-31" fmla="*/ 0 w 601663"/>
                <a:gd name="csY0-32" fmla="*/ 179387 h 587376"/>
                <a:gd name="csX1-33" fmla="*/ 598487 w 601663"/>
                <a:gd name="csY1-34" fmla="*/ 0 h 587376"/>
                <a:gd name="csX2-35" fmla="*/ 601663 w 601663"/>
                <a:gd name="csY2-36" fmla="*/ 395289 h 587376"/>
                <a:gd name="csX3-37" fmla="*/ 0 w 601663"/>
                <a:gd name="csY3-38" fmla="*/ 587376 h 587376"/>
                <a:gd name="csX4-39" fmla="*/ 0 w 601663"/>
                <a:gd name="csY4-40" fmla="*/ 179387 h 587376"/>
                <a:gd name="csX0-41" fmla="*/ 0 w 601663"/>
                <a:gd name="csY0-42" fmla="*/ 179387 h 587376"/>
                <a:gd name="csX1-43" fmla="*/ 599417 w 601663"/>
                <a:gd name="csY1-44" fmla="*/ 0 h 587376"/>
                <a:gd name="csX2-45" fmla="*/ 601663 w 601663"/>
                <a:gd name="csY2-46" fmla="*/ 395289 h 587376"/>
                <a:gd name="csX3-47" fmla="*/ 0 w 601663"/>
                <a:gd name="csY3-48" fmla="*/ 587376 h 587376"/>
                <a:gd name="csX4-49" fmla="*/ 0 w 601663"/>
                <a:gd name="csY4-50" fmla="*/ 179387 h 587376"/>
                <a:gd name="csX0-51" fmla="*/ 0 w 601663"/>
                <a:gd name="csY0-52" fmla="*/ 179387 h 587376"/>
                <a:gd name="csX1-53" fmla="*/ 601277 w 601663"/>
                <a:gd name="csY1-54" fmla="*/ 0 h 587376"/>
                <a:gd name="csX2-55" fmla="*/ 601663 w 601663"/>
                <a:gd name="csY2-56" fmla="*/ 395289 h 587376"/>
                <a:gd name="csX3-57" fmla="*/ 0 w 601663"/>
                <a:gd name="csY3-58" fmla="*/ 587376 h 587376"/>
                <a:gd name="csX4-59" fmla="*/ 0 w 601663"/>
                <a:gd name="csY4-60" fmla="*/ 179387 h 587376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</a:cxnLst>
              <a:rect l="l" t="t" r="r" b="b"/>
              <a:pathLst>
                <a:path w="601663" h="587376">
                  <a:moveTo>
                    <a:pt x="0" y="179387"/>
                  </a:moveTo>
                  <a:lnTo>
                    <a:pt x="601277" y="0"/>
                  </a:lnTo>
                  <a:cubicBezTo>
                    <a:pt x="601806" y="195792"/>
                    <a:pt x="601134" y="199497"/>
                    <a:pt x="601663" y="395289"/>
                  </a:cubicBezTo>
                  <a:lnTo>
                    <a:pt x="0" y="587376"/>
                  </a:lnTo>
                  <a:lnTo>
                    <a:pt x="0" y="179387"/>
                  </a:lnTo>
                  <a:close/>
                </a:path>
              </a:pathLst>
            </a:cu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矩形 6"/>
            <p:cNvSpPr/>
            <p:nvPr/>
          </p:nvSpPr>
          <p:spPr>
            <a:xfrm>
              <a:off x="2235518" y="3689351"/>
              <a:ext cx="468154" cy="2640894"/>
            </a:xfrm>
            <a:custGeom>
              <a:avLst/>
              <a:gdLst>
                <a:gd name="csX0" fmla="*/ 0 w 664367"/>
                <a:gd name="csY0" fmla="*/ 0 h 410760"/>
                <a:gd name="csX1" fmla="*/ 664367 w 664367"/>
                <a:gd name="csY1" fmla="*/ 0 h 410760"/>
                <a:gd name="csX2" fmla="*/ 664367 w 664367"/>
                <a:gd name="csY2" fmla="*/ 410760 h 410760"/>
                <a:gd name="csX3" fmla="*/ 0 w 664367"/>
                <a:gd name="csY3" fmla="*/ 410760 h 410760"/>
                <a:gd name="csX4" fmla="*/ 0 w 664367"/>
                <a:gd name="csY4" fmla="*/ 0 h 410760"/>
                <a:gd name="csX0-1" fmla="*/ 0 w 664367"/>
                <a:gd name="csY0-2" fmla="*/ 0 h 410760"/>
                <a:gd name="csX1-3" fmla="*/ 664367 w 664367"/>
                <a:gd name="csY1-4" fmla="*/ 0 h 410760"/>
                <a:gd name="csX2-5" fmla="*/ 664367 w 664367"/>
                <a:gd name="csY2-6" fmla="*/ 410760 h 410760"/>
                <a:gd name="csX3-7" fmla="*/ 2381 w 664367"/>
                <a:gd name="csY3-8" fmla="*/ 327416 h 410760"/>
                <a:gd name="csX4-9" fmla="*/ 0 w 664367"/>
                <a:gd name="csY4-10" fmla="*/ 0 h 410760"/>
                <a:gd name="csX0-11" fmla="*/ 0 w 669078"/>
                <a:gd name="csY0-12" fmla="*/ 0 h 486960"/>
                <a:gd name="csX1-13" fmla="*/ 669078 w 669078"/>
                <a:gd name="csY1-14" fmla="*/ 76200 h 486960"/>
                <a:gd name="csX2-15" fmla="*/ 669078 w 669078"/>
                <a:gd name="csY2-16" fmla="*/ 486960 h 486960"/>
                <a:gd name="csX3-17" fmla="*/ 7092 w 669078"/>
                <a:gd name="csY3-18" fmla="*/ 403616 h 486960"/>
                <a:gd name="csX4-19" fmla="*/ 0 w 669078"/>
                <a:gd name="csY4-20" fmla="*/ 0 h 486960"/>
                <a:gd name="csX0-21" fmla="*/ 24545 w 693623"/>
                <a:gd name="csY0-22" fmla="*/ 0 h 486960"/>
                <a:gd name="csX1-23" fmla="*/ 693623 w 693623"/>
                <a:gd name="csY1-24" fmla="*/ 76200 h 486960"/>
                <a:gd name="csX2-25" fmla="*/ 693623 w 693623"/>
                <a:gd name="csY2-26" fmla="*/ 486960 h 486960"/>
                <a:gd name="csX3-27" fmla="*/ 13 w 693623"/>
                <a:gd name="csY3-28" fmla="*/ 444717 h 486960"/>
                <a:gd name="csX4-29" fmla="*/ 24545 w 693623"/>
                <a:gd name="csY4-30" fmla="*/ 0 h 486960"/>
                <a:gd name="csX0-31" fmla="*/ 24545 w 693623"/>
                <a:gd name="csY0-32" fmla="*/ 0 h 470036"/>
                <a:gd name="csX1-33" fmla="*/ 693623 w 693623"/>
                <a:gd name="csY1-34" fmla="*/ 59276 h 470036"/>
                <a:gd name="csX2-35" fmla="*/ 693623 w 693623"/>
                <a:gd name="csY2-36" fmla="*/ 470036 h 470036"/>
                <a:gd name="csX3-37" fmla="*/ 13 w 693623"/>
                <a:gd name="csY3-38" fmla="*/ 427793 h 470036"/>
                <a:gd name="csX4-39" fmla="*/ 24545 w 693623"/>
                <a:gd name="csY4-40" fmla="*/ 0 h 470036"/>
                <a:gd name="csX0-41" fmla="*/ 832 w 693783"/>
                <a:gd name="csY0-42" fmla="*/ 0 h 470036"/>
                <a:gd name="csX1-43" fmla="*/ 693783 w 693783"/>
                <a:gd name="csY1-44" fmla="*/ 59276 h 470036"/>
                <a:gd name="csX2-45" fmla="*/ 693783 w 693783"/>
                <a:gd name="csY2-46" fmla="*/ 470036 h 470036"/>
                <a:gd name="csX3-47" fmla="*/ 173 w 693783"/>
                <a:gd name="csY3-48" fmla="*/ 427793 h 470036"/>
                <a:gd name="csX4-49" fmla="*/ 832 w 693783"/>
                <a:gd name="csY4-50" fmla="*/ 0 h 470036"/>
                <a:gd name="csX0-51" fmla="*/ 24602 w 717553"/>
                <a:gd name="csY0-52" fmla="*/ 0 h 470036"/>
                <a:gd name="csX1-53" fmla="*/ 717553 w 717553"/>
                <a:gd name="csY1-54" fmla="*/ 59276 h 470036"/>
                <a:gd name="csX2-55" fmla="*/ 717553 w 717553"/>
                <a:gd name="csY2-56" fmla="*/ 470036 h 470036"/>
                <a:gd name="csX3-57" fmla="*/ 20 w 717553"/>
                <a:gd name="csY3-58" fmla="*/ 450398 h 470036"/>
                <a:gd name="csX4-59" fmla="*/ 24602 w 717553"/>
                <a:gd name="csY4-60" fmla="*/ 0 h 470036"/>
                <a:gd name="csX0-61" fmla="*/ 24604 w 717553"/>
                <a:gd name="csY0-62" fmla="*/ 0 h 430282"/>
                <a:gd name="csX1-63" fmla="*/ 717553 w 717553"/>
                <a:gd name="csY1-64" fmla="*/ 19522 h 430282"/>
                <a:gd name="csX2-65" fmla="*/ 717553 w 717553"/>
                <a:gd name="csY2-66" fmla="*/ 430282 h 430282"/>
                <a:gd name="csX3-67" fmla="*/ 20 w 717553"/>
                <a:gd name="csY3-68" fmla="*/ 410644 h 430282"/>
                <a:gd name="csX4-69" fmla="*/ 24604 w 717553"/>
                <a:gd name="csY4-70" fmla="*/ 0 h 430282"/>
                <a:gd name="csX0-71" fmla="*/ 7648 w 717582"/>
                <a:gd name="csY0-72" fmla="*/ 0 h 430282"/>
                <a:gd name="csX1-73" fmla="*/ 717582 w 717582"/>
                <a:gd name="csY1-74" fmla="*/ 19522 h 430282"/>
                <a:gd name="csX2-75" fmla="*/ 717582 w 717582"/>
                <a:gd name="csY2-76" fmla="*/ 430282 h 430282"/>
                <a:gd name="csX3-77" fmla="*/ 49 w 717582"/>
                <a:gd name="csY3-78" fmla="*/ 410644 h 430282"/>
                <a:gd name="csX4-79" fmla="*/ 7648 w 717582"/>
                <a:gd name="csY4-80" fmla="*/ 0 h 430282"/>
                <a:gd name="csX0-81" fmla="*/ 0 w 726918"/>
                <a:gd name="csY0-82" fmla="*/ 0 h 430282"/>
                <a:gd name="csX1-83" fmla="*/ 726918 w 726918"/>
                <a:gd name="csY1-84" fmla="*/ 19522 h 430282"/>
                <a:gd name="csX2-85" fmla="*/ 726918 w 726918"/>
                <a:gd name="csY2-86" fmla="*/ 430282 h 430282"/>
                <a:gd name="csX3-87" fmla="*/ 9385 w 726918"/>
                <a:gd name="csY3-88" fmla="*/ 410644 h 430282"/>
                <a:gd name="csX4-89" fmla="*/ 0 w 726918"/>
                <a:gd name="csY4-90" fmla="*/ 0 h 430282"/>
                <a:gd name="csX0-91" fmla="*/ 0 w 726918"/>
                <a:gd name="csY0-92" fmla="*/ 0 h 430282"/>
                <a:gd name="csX1-93" fmla="*/ 726918 w 726918"/>
                <a:gd name="csY1-94" fmla="*/ 19522 h 430282"/>
                <a:gd name="csX2-95" fmla="*/ 726918 w 726918"/>
                <a:gd name="csY2-96" fmla="*/ 430282 h 430282"/>
                <a:gd name="csX3-97" fmla="*/ 2906 w 726918"/>
                <a:gd name="csY3-98" fmla="*/ 409865 h 430282"/>
                <a:gd name="csX4-99" fmla="*/ 0 w 726918"/>
                <a:gd name="csY4-100" fmla="*/ 0 h 430282"/>
                <a:gd name="csX0-101" fmla="*/ 3657 w 730575"/>
                <a:gd name="csY0-102" fmla="*/ 0 h 430282"/>
                <a:gd name="csX1-103" fmla="*/ 730575 w 730575"/>
                <a:gd name="csY1-104" fmla="*/ 19522 h 430282"/>
                <a:gd name="csX2-105" fmla="*/ 730575 w 730575"/>
                <a:gd name="csY2-106" fmla="*/ 430282 h 430282"/>
                <a:gd name="csX3-107" fmla="*/ 83 w 730575"/>
                <a:gd name="csY3-108" fmla="*/ 409865 h 430282"/>
                <a:gd name="csX4-109" fmla="*/ 3657 w 730575"/>
                <a:gd name="csY4-110" fmla="*/ 0 h 430282"/>
                <a:gd name="csX0-111" fmla="*/ 0 w 726918"/>
                <a:gd name="csY0-112" fmla="*/ 0 h 430282"/>
                <a:gd name="csX1-113" fmla="*/ 726918 w 726918"/>
                <a:gd name="csY1-114" fmla="*/ 19522 h 430282"/>
                <a:gd name="csX2-115" fmla="*/ 726918 w 726918"/>
                <a:gd name="csY2-116" fmla="*/ 430282 h 430282"/>
                <a:gd name="csX3-117" fmla="*/ 2905 w 726918"/>
                <a:gd name="csY3-118" fmla="*/ 409086 h 430282"/>
                <a:gd name="csX4-119" fmla="*/ 0 w 726918"/>
                <a:gd name="csY4-120" fmla="*/ 0 h 430282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</a:cxnLst>
              <a:rect l="l" t="t" r="r" b="b"/>
              <a:pathLst>
                <a:path w="726918" h="430282">
                  <a:moveTo>
                    <a:pt x="0" y="0"/>
                  </a:moveTo>
                  <a:lnTo>
                    <a:pt x="726918" y="19522"/>
                  </a:lnTo>
                  <a:lnTo>
                    <a:pt x="726918" y="430282"/>
                  </a:lnTo>
                  <a:lnTo>
                    <a:pt x="2905" y="409086"/>
                  </a:lnTo>
                  <a:cubicBezTo>
                    <a:pt x="2111" y="299947"/>
                    <a:pt x="794" y="109139"/>
                    <a:pt x="0" y="0"/>
                  </a:cubicBezTo>
                  <a:close/>
                </a:path>
              </a:pathLst>
            </a:custGeom>
            <a:grp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矩形 15"/>
            <p:cNvSpPr/>
            <p:nvPr/>
          </p:nvSpPr>
          <p:spPr>
            <a:xfrm>
              <a:off x="2235518" y="2580483"/>
              <a:ext cx="6622763" cy="1233487"/>
            </a:xfrm>
            <a:custGeom>
              <a:avLst/>
              <a:gdLst>
                <a:gd name="csX0" fmla="*/ 0 w 6160927"/>
                <a:gd name="csY0" fmla="*/ 0 h 781050"/>
                <a:gd name="csX1" fmla="*/ 6160927 w 6160927"/>
                <a:gd name="csY1" fmla="*/ 0 h 781050"/>
                <a:gd name="csX2" fmla="*/ 6160927 w 6160927"/>
                <a:gd name="csY2" fmla="*/ 781050 h 781050"/>
                <a:gd name="csX3" fmla="*/ 0 w 6160927"/>
                <a:gd name="csY3" fmla="*/ 781050 h 781050"/>
                <a:gd name="csX4" fmla="*/ 0 w 6160927"/>
                <a:gd name="csY4" fmla="*/ 0 h 781050"/>
                <a:gd name="csX0-1" fmla="*/ 0 w 6606095"/>
                <a:gd name="csY0-2" fmla="*/ 679784 h 781050"/>
                <a:gd name="csX1-3" fmla="*/ 6606095 w 6606095"/>
                <a:gd name="csY1-4" fmla="*/ 0 h 781050"/>
                <a:gd name="csX2-5" fmla="*/ 6606095 w 6606095"/>
                <a:gd name="csY2-6" fmla="*/ 781050 h 781050"/>
                <a:gd name="csX3-7" fmla="*/ 445168 w 6606095"/>
                <a:gd name="csY3-8" fmla="*/ 781050 h 781050"/>
                <a:gd name="csX4-9" fmla="*/ 0 w 6606095"/>
                <a:gd name="csY4-10" fmla="*/ 679784 h 781050"/>
                <a:gd name="csX0-11" fmla="*/ 0 w 6627526"/>
                <a:gd name="csY0-12" fmla="*/ 663115 h 781050"/>
                <a:gd name="csX1-13" fmla="*/ 6627526 w 6627526"/>
                <a:gd name="csY1-14" fmla="*/ 0 h 781050"/>
                <a:gd name="csX2-15" fmla="*/ 6627526 w 6627526"/>
                <a:gd name="csY2-16" fmla="*/ 781050 h 781050"/>
                <a:gd name="csX3-17" fmla="*/ 466599 w 6627526"/>
                <a:gd name="csY3-18" fmla="*/ 781050 h 781050"/>
                <a:gd name="csX4-19" fmla="*/ 0 w 6627526"/>
                <a:gd name="csY4-20" fmla="*/ 663115 h 781050"/>
                <a:gd name="csX0-21" fmla="*/ 0 w 6627526"/>
                <a:gd name="csY0-22" fmla="*/ 1372727 h 1490662"/>
                <a:gd name="csX1-23" fmla="*/ 6479889 w 6627526"/>
                <a:gd name="csY1-24" fmla="*/ 0 h 1490662"/>
                <a:gd name="csX2-25" fmla="*/ 6627526 w 6627526"/>
                <a:gd name="csY2-26" fmla="*/ 1490662 h 1490662"/>
                <a:gd name="csX3-27" fmla="*/ 466599 w 6627526"/>
                <a:gd name="csY3-28" fmla="*/ 1490662 h 1490662"/>
                <a:gd name="csX4-29" fmla="*/ 0 w 6627526"/>
                <a:gd name="csY4-30" fmla="*/ 1372727 h 1490662"/>
                <a:gd name="csX0-31" fmla="*/ 0 w 6620382"/>
                <a:gd name="csY0-32" fmla="*/ 1372727 h 1490662"/>
                <a:gd name="csX1-33" fmla="*/ 6479889 w 6620382"/>
                <a:gd name="csY1-34" fmla="*/ 0 h 1490662"/>
                <a:gd name="csX2-35" fmla="*/ 6620382 w 6620382"/>
                <a:gd name="csY2-36" fmla="*/ 378618 h 1490662"/>
                <a:gd name="csX3-37" fmla="*/ 466599 w 6620382"/>
                <a:gd name="csY3-38" fmla="*/ 1490662 h 1490662"/>
                <a:gd name="csX4-39" fmla="*/ 0 w 6620382"/>
                <a:gd name="csY4-40" fmla="*/ 1372727 h 1490662"/>
                <a:gd name="csX0-41" fmla="*/ 0 w 6620382"/>
                <a:gd name="csY0-42" fmla="*/ 1256045 h 1373980"/>
                <a:gd name="csX1-43" fmla="*/ 6525133 w 6620382"/>
                <a:gd name="csY1-44" fmla="*/ 0 h 1373980"/>
                <a:gd name="csX2-45" fmla="*/ 6620382 w 6620382"/>
                <a:gd name="csY2-46" fmla="*/ 261936 h 1373980"/>
                <a:gd name="csX3-47" fmla="*/ 466599 w 6620382"/>
                <a:gd name="csY3-48" fmla="*/ 1373980 h 1373980"/>
                <a:gd name="csX4-49" fmla="*/ 0 w 6620382"/>
                <a:gd name="csY4-50" fmla="*/ 1256045 h 1373980"/>
                <a:gd name="csX0-51" fmla="*/ 0 w 6620382"/>
                <a:gd name="csY0-52" fmla="*/ 1244139 h 1362074"/>
                <a:gd name="csX1-53" fmla="*/ 6529895 w 6620382"/>
                <a:gd name="csY1-54" fmla="*/ 0 h 1362074"/>
                <a:gd name="csX2-55" fmla="*/ 6620382 w 6620382"/>
                <a:gd name="csY2-56" fmla="*/ 250030 h 1362074"/>
                <a:gd name="csX3-57" fmla="*/ 466599 w 6620382"/>
                <a:gd name="csY3-58" fmla="*/ 1362074 h 1362074"/>
                <a:gd name="csX4-59" fmla="*/ 0 w 6620382"/>
                <a:gd name="csY4-60" fmla="*/ 1244139 h 1362074"/>
                <a:gd name="csX0-61" fmla="*/ 0 w 6622763"/>
                <a:gd name="csY0-62" fmla="*/ 1234614 h 1362074"/>
                <a:gd name="csX1-63" fmla="*/ 6532276 w 6622763"/>
                <a:gd name="csY1-64" fmla="*/ 0 h 1362074"/>
                <a:gd name="csX2-65" fmla="*/ 6622763 w 6622763"/>
                <a:gd name="csY2-66" fmla="*/ 250030 h 1362074"/>
                <a:gd name="csX3-67" fmla="*/ 468980 w 6622763"/>
                <a:gd name="csY3-68" fmla="*/ 1362074 h 1362074"/>
                <a:gd name="csX4-69" fmla="*/ 0 w 6622763"/>
                <a:gd name="csY4-70" fmla="*/ 1234614 h 1362074"/>
                <a:gd name="csX0-71" fmla="*/ 0 w 6622763"/>
                <a:gd name="csY0-72" fmla="*/ 1063164 h 1190624"/>
                <a:gd name="csX1-73" fmla="*/ 6308439 w 6622763"/>
                <a:gd name="csY1-74" fmla="*/ 0 h 1190624"/>
                <a:gd name="csX2-75" fmla="*/ 6622763 w 6622763"/>
                <a:gd name="csY2-76" fmla="*/ 78580 h 1190624"/>
                <a:gd name="csX3-77" fmla="*/ 468980 w 6622763"/>
                <a:gd name="csY3-78" fmla="*/ 1190624 h 1190624"/>
                <a:gd name="csX4-79" fmla="*/ 0 w 6622763"/>
                <a:gd name="csY4-80" fmla="*/ 1063164 h 1190624"/>
                <a:gd name="csX0-81" fmla="*/ 0 w 6622763"/>
                <a:gd name="csY0-82" fmla="*/ 1101264 h 1228724"/>
                <a:gd name="csX1-83" fmla="*/ 6165564 w 6622763"/>
                <a:gd name="csY1-84" fmla="*/ 0 h 1228724"/>
                <a:gd name="csX2-85" fmla="*/ 6622763 w 6622763"/>
                <a:gd name="csY2-86" fmla="*/ 116680 h 1228724"/>
                <a:gd name="csX3-87" fmla="*/ 468980 w 6622763"/>
                <a:gd name="csY3-88" fmla="*/ 1228724 h 1228724"/>
                <a:gd name="csX4-89" fmla="*/ 0 w 6622763"/>
                <a:gd name="csY4-90" fmla="*/ 1101264 h 1228724"/>
                <a:gd name="csX0-91" fmla="*/ 0 w 6622763"/>
                <a:gd name="csY0-92" fmla="*/ 1044114 h 1171574"/>
                <a:gd name="csX1-93" fmla="*/ 6165564 w 6622763"/>
                <a:gd name="csY1-94" fmla="*/ 0 h 1171574"/>
                <a:gd name="csX2-95" fmla="*/ 6622763 w 6622763"/>
                <a:gd name="csY2-96" fmla="*/ 59530 h 1171574"/>
                <a:gd name="csX3-97" fmla="*/ 468980 w 6622763"/>
                <a:gd name="csY3-98" fmla="*/ 1171574 h 1171574"/>
                <a:gd name="csX4-99" fmla="*/ 0 w 6622763"/>
                <a:gd name="csY4-100" fmla="*/ 1044114 h 1171574"/>
                <a:gd name="csX0-101" fmla="*/ 0 w 6622763"/>
                <a:gd name="csY0-102" fmla="*/ 1106027 h 1233487"/>
                <a:gd name="csX1-103" fmla="*/ 6160801 w 6622763"/>
                <a:gd name="csY1-104" fmla="*/ 0 h 1233487"/>
                <a:gd name="csX2-105" fmla="*/ 6622763 w 6622763"/>
                <a:gd name="csY2-106" fmla="*/ 121443 h 1233487"/>
                <a:gd name="csX3-107" fmla="*/ 468980 w 6622763"/>
                <a:gd name="csY3-108" fmla="*/ 1233487 h 1233487"/>
                <a:gd name="csX4-109" fmla="*/ 0 w 6622763"/>
                <a:gd name="csY4-110" fmla="*/ 1106027 h 1233487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</a:cxnLst>
              <a:rect l="l" t="t" r="r" b="b"/>
              <a:pathLst>
                <a:path w="6622763" h="1233487">
                  <a:moveTo>
                    <a:pt x="0" y="1106027"/>
                  </a:moveTo>
                  <a:lnTo>
                    <a:pt x="6160801" y="0"/>
                  </a:lnTo>
                  <a:lnTo>
                    <a:pt x="6622763" y="121443"/>
                  </a:lnTo>
                  <a:lnTo>
                    <a:pt x="468980" y="1233487"/>
                  </a:lnTo>
                  <a:lnTo>
                    <a:pt x="0" y="1106027"/>
                  </a:lnTo>
                  <a:close/>
                </a:path>
              </a:pathLst>
            </a:custGeom>
            <a:grp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78" name="组合 177"/>
          <p:cNvGrpSpPr/>
          <p:nvPr/>
        </p:nvGrpSpPr>
        <p:grpSpPr>
          <a:xfrm>
            <a:off x="10896394" y="1322861"/>
            <a:ext cx="686202" cy="664999"/>
            <a:chOff x="2235518" y="2580483"/>
            <a:chExt cx="6629082" cy="3749762"/>
          </a:xfrm>
          <a:solidFill>
            <a:srgbClr val="14B8A6"/>
          </a:solidFill>
        </p:grpSpPr>
        <p:sp>
          <p:nvSpPr>
            <p:cNvPr id="179" name="矩形 138"/>
            <p:cNvSpPr/>
            <p:nvPr/>
          </p:nvSpPr>
          <p:spPr>
            <a:xfrm>
              <a:off x="2703672" y="2705101"/>
              <a:ext cx="6160928" cy="3625144"/>
            </a:xfrm>
            <a:custGeom>
              <a:avLst/>
              <a:gdLst>
                <a:gd name="csX0" fmla="*/ 0 w 600075"/>
                <a:gd name="csY0" fmla="*/ 0 h 407989"/>
                <a:gd name="csX1" fmla="*/ 600075 w 600075"/>
                <a:gd name="csY1" fmla="*/ 0 h 407989"/>
                <a:gd name="csX2" fmla="*/ 600075 w 600075"/>
                <a:gd name="csY2" fmla="*/ 407989 h 407989"/>
                <a:gd name="csX3" fmla="*/ 0 w 600075"/>
                <a:gd name="csY3" fmla="*/ 407989 h 407989"/>
                <a:gd name="csX4" fmla="*/ 0 w 600075"/>
                <a:gd name="csY4" fmla="*/ 0 h 407989"/>
                <a:gd name="csX0-1" fmla="*/ 0 w 600075"/>
                <a:gd name="csY0-2" fmla="*/ 179387 h 587376"/>
                <a:gd name="csX1-3" fmla="*/ 598487 w 600075"/>
                <a:gd name="csY1-4" fmla="*/ 0 h 587376"/>
                <a:gd name="csX2-5" fmla="*/ 600075 w 600075"/>
                <a:gd name="csY2-6" fmla="*/ 587376 h 587376"/>
                <a:gd name="csX3-7" fmla="*/ 0 w 600075"/>
                <a:gd name="csY3-8" fmla="*/ 587376 h 587376"/>
                <a:gd name="csX4-9" fmla="*/ 0 w 600075"/>
                <a:gd name="csY4-10" fmla="*/ 179387 h 587376"/>
                <a:gd name="csX0-11" fmla="*/ 0 w 600075"/>
                <a:gd name="csY0-12" fmla="*/ 179387 h 587376"/>
                <a:gd name="csX1-13" fmla="*/ 598487 w 600075"/>
                <a:gd name="csY1-14" fmla="*/ 0 h 587376"/>
                <a:gd name="csX2-15" fmla="*/ 600075 w 600075"/>
                <a:gd name="csY2-16" fmla="*/ 409576 h 587376"/>
                <a:gd name="csX3-17" fmla="*/ 0 w 600075"/>
                <a:gd name="csY3-18" fmla="*/ 587376 h 587376"/>
                <a:gd name="csX4-19" fmla="*/ 0 w 600075"/>
                <a:gd name="csY4-20" fmla="*/ 179387 h 587376"/>
                <a:gd name="csX0-21" fmla="*/ 0 w 598496"/>
                <a:gd name="csY0-22" fmla="*/ 179387 h 587376"/>
                <a:gd name="csX1-23" fmla="*/ 598487 w 598496"/>
                <a:gd name="csY1-24" fmla="*/ 0 h 587376"/>
                <a:gd name="csX2-25" fmla="*/ 577850 w 598496"/>
                <a:gd name="csY2-26" fmla="*/ 341314 h 587376"/>
                <a:gd name="csX3-27" fmla="*/ 0 w 598496"/>
                <a:gd name="csY3-28" fmla="*/ 587376 h 587376"/>
                <a:gd name="csX4-29" fmla="*/ 0 w 598496"/>
                <a:gd name="csY4-30" fmla="*/ 179387 h 587376"/>
                <a:gd name="csX0-31" fmla="*/ 0 w 601663"/>
                <a:gd name="csY0-32" fmla="*/ 179387 h 587376"/>
                <a:gd name="csX1-33" fmla="*/ 598487 w 601663"/>
                <a:gd name="csY1-34" fmla="*/ 0 h 587376"/>
                <a:gd name="csX2-35" fmla="*/ 601663 w 601663"/>
                <a:gd name="csY2-36" fmla="*/ 395289 h 587376"/>
                <a:gd name="csX3-37" fmla="*/ 0 w 601663"/>
                <a:gd name="csY3-38" fmla="*/ 587376 h 587376"/>
                <a:gd name="csX4-39" fmla="*/ 0 w 601663"/>
                <a:gd name="csY4-40" fmla="*/ 179387 h 587376"/>
                <a:gd name="csX0-41" fmla="*/ 0 w 601663"/>
                <a:gd name="csY0-42" fmla="*/ 179387 h 587376"/>
                <a:gd name="csX1-43" fmla="*/ 599417 w 601663"/>
                <a:gd name="csY1-44" fmla="*/ 0 h 587376"/>
                <a:gd name="csX2-45" fmla="*/ 601663 w 601663"/>
                <a:gd name="csY2-46" fmla="*/ 395289 h 587376"/>
                <a:gd name="csX3-47" fmla="*/ 0 w 601663"/>
                <a:gd name="csY3-48" fmla="*/ 587376 h 587376"/>
                <a:gd name="csX4-49" fmla="*/ 0 w 601663"/>
                <a:gd name="csY4-50" fmla="*/ 179387 h 587376"/>
                <a:gd name="csX0-51" fmla="*/ 0 w 601663"/>
                <a:gd name="csY0-52" fmla="*/ 179387 h 587376"/>
                <a:gd name="csX1-53" fmla="*/ 601277 w 601663"/>
                <a:gd name="csY1-54" fmla="*/ 0 h 587376"/>
                <a:gd name="csX2-55" fmla="*/ 601663 w 601663"/>
                <a:gd name="csY2-56" fmla="*/ 395289 h 587376"/>
                <a:gd name="csX3-57" fmla="*/ 0 w 601663"/>
                <a:gd name="csY3-58" fmla="*/ 587376 h 587376"/>
                <a:gd name="csX4-59" fmla="*/ 0 w 601663"/>
                <a:gd name="csY4-60" fmla="*/ 179387 h 587376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</a:cxnLst>
              <a:rect l="l" t="t" r="r" b="b"/>
              <a:pathLst>
                <a:path w="601663" h="587376">
                  <a:moveTo>
                    <a:pt x="0" y="179387"/>
                  </a:moveTo>
                  <a:lnTo>
                    <a:pt x="601277" y="0"/>
                  </a:lnTo>
                  <a:cubicBezTo>
                    <a:pt x="601806" y="195792"/>
                    <a:pt x="601134" y="199497"/>
                    <a:pt x="601663" y="395289"/>
                  </a:cubicBezTo>
                  <a:lnTo>
                    <a:pt x="0" y="587376"/>
                  </a:lnTo>
                  <a:lnTo>
                    <a:pt x="0" y="179387"/>
                  </a:lnTo>
                  <a:close/>
                </a:path>
              </a:pathLst>
            </a:cu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矩形 6"/>
            <p:cNvSpPr/>
            <p:nvPr/>
          </p:nvSpPr>
          <p:spPr>
            <a:xfrm>
              <a:off x="2235518" y="3689351"/>
              <a:ext cx="468154" cy="2640894"/>
            </a:xfrm>
            <a:custGeom>
              <a:avLst/>
              <a:gdLst>
                <a:gd name="csX0" fmla="*/ 0 w 664367"/>
                <a:gd name="csY0" fmla="*/ 0 h 410760"/>
                <a:gd name="csX1" fmla="*/ 664367 w 664367"/>
                <a:gd name="csY1" fmla="*/ 0 h 410760"/>
                <a:gd name="csX2" fmla="*/ 664367 w 664367"/>
                <a:gd name="csY2" fmla="*/ 410760 h 410760"/>
                <a:gd name="csX3" fmla="*/ 0 w 664367"/>
                <a:gd name="csY3" fmla="*/ 410760 h 410760"/>
                <a:gd name="csX4" fmla="*/ 0 w 664367"/>
                <a:gd name="csY4" fmla="*/ 0 h 410760"/>
                <a:gd name="csX0-1" fmla="*/ 0 w 664367"/>
                <a:gd name="csY0-2" fmla="*/ 0 h 410760"/>
                <a:gd name="csX1-3" fmla="*/ 664367 w 664367"/>
                <a:gd name="csY1-4" fmla="*/ 0 h 410760"/>
                <a:gd name="csX2-5" fmla="*/ 664367 w 664367"/>
                <a:gd name="csY2-6" fmla="*/ 410760 h 410760"/>
                <a:gd name="csX3-7" fmla="*/ 2381 w 664367"/>
                <a:gd name="csY3-8" fmla="*/ 327416 h 410760"/>
                <a:gd name="csX4-9" fmla="*/ 0 w 664367"/>
                <a:gd name="csY4-10" fmla="*/ 0 h 410760"/>
                <a:gd name="csX0-11" fmla="*/ 0 w 669078"/>
                <a:gd name="csY0-12" fmla="*/ 0 h 486960"/>
                <a:gd name="csX1-13" fmla="*/ 669078 w 669078"/>
                <a:gd name="csY1-14" fmla="*/ 76200 h 486960"/>
                <a:gd name="csX2-15" fmla="*/ 669078 w 669078"/>
                <a:gd name="csY2-16" fmla="*/ 486960 h 486960"/>
                <a:gd name="csX3-17" fmla="*/ 7092 w 669078"/>
                <a:gd name="csY3-18" fmla="*/ 403616 h 486960"/>
                <a:gd name="csX4-19" fmla="*/ 0 w 669078"/>
                <a:gd name="csY4-20" fmla="*/ 0 h 486960"/>
                <a:gd name="csX0-21" fmla="*/ 24545 w 693623"/>
                <a:gd name="csY0-22" fmla="*/ 0 h 486960"/>
                <a:gd name="csX1-23" fmla="*/ 693623 w 693623"/>
                <a:gd name="csY1-24" fmla="*/ 76200 h 486960"/>
                <a:gd name="csX2-25" fmla="*/ 693623 w 693623"/>
                <a:gd name="csY2-26" fmla="*/ 486960 h 486960"/>
                <a:gd name="csX3-27" fmla="*/ 13 w 693623"/>
                <a:gd name="csY3-28" fmla="*/ 444717 h 486960"/>
                <a:gd name="csX4-29" fmla="*/ 24545 w 693623"/>
                <a:gd name="csY4-30" fmla="*/ 0 h 486960"/>
                <a:gd name="csX0-31" fmla="*/ 24545 w 693623"/>
                <a:gd name="csY0-32" fmla="*/ 0 h 470036"/>
                <a:gd name="csX1-33" fmla="*/ 693623 w 693623"/>
                <a:gd name="csY1-34" fmla="*/ 59276 h 470036"/>
                <a:gd name="csX2-35" fmla="*/ 693623 w 693623"/>
                <a:gd name="csY2-36" fmla="*/ 470036 h 470036"/>
                <a:gd name="csX3-37" fmla="*/ 13 w 693623"/>
                <a:gd name="csY3-38" fmla="*/ 427793 h 470036"/>
                <a:gd name="csX4-39" fmla="*/ 24545 w 693623"/>
                <a:gd name="csY4-40" fmla="*/ 0 h 470036"/>
                <a:gd name="csX0-41" fmla="*/ 832 w 693783"/>
                <a:gd name="csY0-42" fmla="*/ 0 h 470036"/>
                <a:gd name="csX1-43" fmla="*/ 693783 w 693783"/>
                <a:gd name="csY1-44" fmla="*/ 59276 h 470036"/>
                <a:gd name="csX2-45" fmla="*/ 693783 w 693783"/>
                <a:gd name="csY2-46" fmla="*/ 470036 h 470036"/>
                <a:gd name="csX3-47" fmla="*/ 173 w 693783"/>
                <a:gd name="csY3-48" fmla="*/ 427793 h 470036"/>
                <a:gd name="csX4-49" fmla="*/ 832 w 693783"/>
                <a:gd name="csY4-50" fmla="*/ 0 h 470036"/>
                <a:gd name="csX0-51" fmla="*/ 24602 w 717553"/>
                <a:gd name="csY0-52" fmla="*/ 0 h 470036"/>
                <a:gd name="csX1-53" fmla="*/ 717553 w 717553"/>
                <a:gd name="csY1-54" fmla="*/ 59276 h 470036"/>
                <a:gd name="csX2-55" fmla="*/ 717553 w 717553"/>
                <a:gd name="csY2-56" fmla="*/ 470036 h 470036"/>
                <a:gd name="csX3-57" fmla="*/ 20 w 717553"/>
                <a:gd name="csY3-58" fmla="*/ 450398 h 470036"/>
                <a:gd name="csX4-59" fmla="*/ 24602 w 717553"/>
                <a:gd name="csY4-60" fmla="*/ 0 h 470036"/>
                <a:gd name="csX0-61" fmla="*/ 24604 w 717553"/>
                <a:gd name="csY0-62" fmla="*/ 0 h 430282"/>
                <a:gd name="csX1-63" fmla="*/ 717553 w 717553"/>
                <a:gd name="csY1-64" fmla="*/ 19522 h 430282"/>
                <a:gd name="csX2-65" fmla="*/ 717553 w 717553"/>
                <a:gd name="csY2-66" fmla="*/ 430282 h 430282"/>
                <a:gd name="csX3-67" fmla="*/ 20 w 717553"/>
                <a:gd name="csY3-68" fmla="*/ 410644 h 430282"/>
                <a:gd name="csX4-69" fmla="*/ 24604 w 717553"/>
                <a:gd name="csY4-70" fmla="*/ 0 h 430282"/>
                <a:gd name="csX0-71" fmla="*/ 7648 w 717582"/>
                <a:gd name="csY0-72" fmla="*/ 0 h 430282"/>
                <a:gd name="csX1-73" fmla="*/ 717582 w 717582"/>
                <a:gd name="csY1-74" fmla="*/ 19522 h 430282"/>
                <a:gd name="csX2-75" fmla="*/ 717582 w 717582"/>
                <a:gd name="csY2-76" fmla="*/ 430282 h 430282"/>
                <a:gd name="csX3-77" fmla="*/ 49 w 717582"/>
                <a:gd name="csY3-78" fmla="*/ 410644 h 430282"/>
                <a:gd name="csX4-79" fmla="*/ 7648 w 717582"/>
                <a:gd name="csY4-80" fmla="*/ 0 h 430282"/>
                <a:gd name="csX0-81" fmla="*/ 0 w 726918"/>
                <a:gd name="csY0-82" fmla="*/ 0 h 430282"/>
                <a:gd name="csX1-83" fmla="*/ 726918 w 726918"/>
                <a:gd name="csY1-84" fmla="*/ 19522 h 430282"/>
                <a:gd name="csX2-85" fmla="*/ 726918 w 726918"/>
                <a:gd name="csY2-86" fmla="*/ 430282 h 430282"/>
                <a:gd name="csX3-87" fmla="*/ 9385 w 726918"/>
                <a:gd name="csY3-88" fmla="*/ 410644 h 430282"/>
                <a:gd name="csX4-89" fmla="*/ 0 w 726918"/>
                <a:gd name="csY4-90" fmla="*/ 0 h 430282"/>
                <a:gd name="csX0-91" fmla="*/ 0 w 726918"/>
                <a:gd name="csY0-92" fmla="*/ 0 h 430282"/>
                <a:gd name="csX1-93" fmla="*/ 726918 w 726918"/>
                <a:gd name="csY1-94" fmla="*/ 19522 h 430282"/>
                <a:gd name="csX2-95" fmla="*/ 726918 w 726918"/>
                <a:gd name="csY2-96" fmla="*/ 430282 h 430282"/>
                <a:gd name="csX3-97" fmla="*/ 2906 w 726918"/>
                <a:gd name="csY3-98" fmla="*/ 409865 h 430282"/>
                <a:gd name="csX4-99" fmla="*/ 0 w 726918"/>
                <a:gd name="csY4-100" fmla="*/ 0 h 430282"/>
                <a:gd name="csX0-101" fmla="*/ 3657 w 730575"/>
                <a:gd name="csY0-102" fmla="*/ 0 h 430282"/>
                <a:gd name="csX1-103" fmla="*/ 730575 w 730575"/>
                <a:gd name="csY1-104" fmla="*/ 19522 h 430282"/>
                <a:gd name="csX2-105" fmla="*/ 730575 w 730575"/>
                <a:gd name="csY2-106" fmla="*/ 430282 h 430282"/>
                <a:gd name="csX3-107" fmla="*/ 83 w 730575"/>
                <a:gd name="csY3-108" fmla="*/ 409865 h 430282"/>
                <a:gd name="csX4-109" fmla="*/ 3657 w 730575"/>
                <a:gd name="csY4-110" fmla="*/ 0 h 430282"/>
                <a:gd name="csX0-111" fmla="*/ 0 w 726918"/>
                <a:gd name="csY0-112" fmla="*/ 0 h 430282"/>
                <a:gd name="csX1-113" fmla="*/ 726918 w 726918"/>
                <a:gd name="csY1-114" fmla="*/ 19522 h 430282"/>
                <a:gd name="csX2-115" fmla="*/ 726918 w 726918"/>
                <a:gd name="csY2-116" fmla="*/ 430282 h 430282"/>
                <a:gd name="csX3-117" fmla="*/ 2905 w 726918"/>
                <a:gd name="csY3-118" fmla="*/ 409086 h 430282"/>
                <a:gd name="csX4-119" fmla="*/ 0 w 726918"/>
                <a:gd name="csY4-120" fmla="*/ 0 h 430282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</a:cxnLst>
              <a:rect l="l" t="t" r="r" b="b"/>
              <a:pathLst>
                <a:path w="726918" h="430282">
                  <a:moveTo>
                    <a:pt x="0" y="0"/>
                  </a:moveTo>
                  <a:lnTo>
                    <a:pt x="726918" y="19522"/>
                  </a:lnTo>
                  <a:lnTo>
                    <a:pt x="726918" y="430282"/>
                  </a:lnTo>
                  <a:lnTo>
                    <a:pt x="2905" y="409086"/>
                  </a:lnTo>
                  <a:cubicBezTo>
                    <a:pt x="2111" y="299947"/>
                    <a:pt x="794" y="109139"/>
                    <a:pt x="0" y="0"/>
                  </a:cubicBezTo>
                  <a:close/>
                </a:path>
              </a:pathLst>
            </a:custGeom>
            <a:grp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矩形 15"/>
            <p:cNvSpPr/>
            <p:nvPr/>
          </p:nvSpPr>
          <p:spPr>
            <a:xfrm>
              <a:off x="2235518" y="2580483"/>
              <a:ext cx="6622763" cy="1233487"/>
            </a:xfrm>
            <a:custGeom>
              <a:avLst/>
              <a:gdLst>
                <a:gd name="csX0" fmla="*/ 0 w 6160927"/>
                <a:gd name="csY0" fmla="*/ 0 h 781050"/>
                <a:gd name="csX1" fmla="*/ 6160927 w 6160927"/>
                <a:gd name="csY1" fmla="*/ 0 h 781050"/>
                <a:gd name="csX2" fmla="*/ 6160927 w 6160927"/>
                <a:gd name="csY2" fmla="*/ 781050 h 781050"/>
                <a:gd name="csX3" fmla="*/ 0 w 6160927"/>
                <a:gd name="csY3" fmla="*/ 781050 h 781050"/>
                <a:gd name="csX4" fmla="*/ 0 w 6160927"/>
                <a:gd name="csY4" fmla="*/ 0 h 781050"/>
                <a:gd name="csX0-1" fmla="*/ 0 w 6606095"/>
                <a:gd name="csY0-2" fmla="*/ 679784 h 781050"/>
                <a:gd name="csX1-3" fmla="*/ 6606095 w 6606095"/>
                <a:gd name="csY1-4" fmla="*/ 0 h 781050"/>
                <a:gd name="csX2-5" fmla="*/ 6606095 w 6606095"/>
                <a:gd name="csY2-6" fmla="*/ 781050 h 781050"/>
                <a:gd name="csX3-7" fmla="*/ 445168 w 6606095"/>
                <a:gd name="csY3-8" fmla="*/ 781050 h 781050"/>
                <a:gd name="csX4-9" fmla="*/ 0 w 6606095"/>
                <a:gd name="csY4-10" fmla="*/ 679784 h 781050"/>
                <a:gd name="csX0-11" fmla="*/ 0 w 6627526"/>
                <a:gd name="csY0-12" fmla="*/ 663115 h 781050"/>
                <a:gd name="csX1-13" fmla="*/ 6627526 w 6627526"/>
                <a:gd name="csY1-14" fmla="*/ 0 h 781050"/>
                <a:gd name="csX2-15" fmla="*/ 6627526 w 6627526"/>
                <a:gd name="csY2-16" fmla="*/ 781050 h 781050"/>
                <a:gd name="csX3-17" fmla="*/ 466599 w 6627526"/>
                <a:gd name="csY3-18" fmla="*/ 781050 h 781050"/>
                <a:gd name="csX4-19" fmla="*/ 0 w 6627526"/>
                <a:gd name="csY4-20" fmla="*/ 663115 h 781050"/>
                <a:gd name="csX0-21" fmla="*/ 0 w 6627526"/>
                <a:gd name="csY0-22" fmla="*/ 1372727 h 1490662"/>
                <a:gd name="csX1-23" fmla="*/ 6479889 w 6627526"/>
                <a:gd name="csY1-24" fmla="*/ 0 h 1490662"/>
                <a:gd name="csX2-25" fmla="*/ 6627526 w 6627526"/>
                <a:gd name="csY2-26" fmla="*/ 1490662 h 1490662"/>
                <a:gd name="csX3-27" fmla="*/ 466599 w 6627526"/>
                <a:gd name="csY3-28" fmla="*/ 1490662 h 1490662"/>
                <a:gd name="csX4-29" fmla="*/ 0 w 6627526"/>
                <a:gd name="csY4-30" fmla="*/ 1372727 h 1490662"/>
                <a:gd name="csX0-31" fmla="*/ 0 w 6620382"/>
                <a:gd name="csY0-32" fmla="*/ 1372727 h 1490662"/>
                <a:gd name="csX1-33" fmla="*/ 6479889 w 6620382"/>
                <a:gd name="csY1-34" fmla="*/ 0 h 1490662"/>
                <a:gd name="csX2-35" fmla="*/ 6620382 w 6620382"/>
                <a:gd name="csY2-36" fmla="*/ 378618 h 1490662"/>
                <a:gd name="csX3-37" fmla="*/ 466599 w 6620382"/>
                <a:gd name="csY3-38" fmla="*/ 1490662 h 1490662"/>
                <a:gd name="csX4-39" fmla="*/ 0 w 6620382"/>
                <a:gd name="csY4-40" fmla="*/ 1372727 h 1490662"/>
                <a:gd name="csX0-41" fmla="*/ 0 w 6620382"/>
                <a:gd name="csY0-42" fmla="*/ 1256045 h 1373980"/>
                <a:gd name="csX1-43" fmla="*/ 6525133 w 6620382"/>
                <a:gd name="csY1-44" fmla="*/ 0 h 1373980"/>
                <a:gd name="csX2-45" fmla="*/ 6620382 w 6620382"/>
                <a:gd name="csY2-46" fmla="*/ 261936 h 1373980"/>
                <a:gd name="csX3-47" fmla="*/ 466599 w 6620382"/>
                <a:gd name="csY3-48" fmla="*/ 1373980 h 1373980"/>
                <a:gd name="csX4-49" fmla="*/ 0 w 6620382"/>
                <a:gd name="csY4-50" fmla="*/ 1256045 h 1373980"/>
                <a:gd name="csX0-51" fmla="*/ 0 w 6620382"/>
                <a:gd name="csY0-52" fmla="*/ 1244139 h 1362074"/>
                <a:gd name="csX1-53" fmla="*/ 6529895 w 6620382"/>
                <a:gd name="csY1-54" fmla="*/ 0 h 1362074"/>
                <a:gd name="csX2-55" fmla="*/ 6620382 w 6620382"/>
                <a:gd name="csY2-56" fmla="*/ 250030 h 1362074"/>
                <a:gd name="csX3-57" fmla="*/ 466599 w 6620382"/>
                <a:gd name="csY3-58" fmla="*/ 1362074 h 1362074"/>
                <a:gd name="csX4-59" fmla="*/ 0 w 6620382"/>
                <a:gd name="csY4-60" fmla="*/ 1244139 h 1362074"/>
                <a:gd name="csX0-61" fmla="*/ 0 w 6622763"/>
                <a:gd name="csY0-62" fmla="*/ 1234614 h 1362074"/>
                <a:gd name="csX1-63" fmla="*/ 6532276 w 6622763"/>
                <a:gd name="csY1-64" fmla="*/ 0 h 1362074"/>
                <a:gd name="csX2-65" fmla="*/ 6622763 w 6622763"/>
                <a:gd name="csY2-66" fmla="*/ 250030 h 1362074"/>
                <a:gd name="csX3-67" fmla="*/ 468980 w 6622763"/>
                <a:gd name="csY3-68" fmla="*/ 1362074 h 1362074"/>
                <a:gd name="csX4-69" fmla="*/ 0 w 6622763"/>
                <a:gd name="csY4-70" fmla="*/ 1234614 h 1362074"/>
                <a:gd name="csX0-71" fmla="*/ 0 w 6622763"/>
                <a:gd name="csY0-72" fmla="*/ 1063164 h 1190624"/>
                <a:gd name="csX1-73" fmla="*/ 6308439 w 6622763"/>
                <a:gd name="csY1-74" fmla="*/ 0 h 1190624"/>
                <a:gd name="csX2-75" fmla="*/ 6622763 w 6622763"/>
                <a:gd name="csY2-76" fmla="*/ 78580 h 1190624"/>
                <a:gd name="csX3-77" fmla="*/ 468980 w 6622763"/>
                <a:gd name="csY3-78" fmla="*/ 1190624 h 1190624"/>
                <a:gd name="csX4-79" fmla="*/ 0 w 6622763"/>
                <a:gd name="csY4-80" fmla="*/ 1063164 h 1190624"/>
                <a:gd name="csX0-81" fmla="*/ 0 w 6622763"/>
                <a:gd name="csY0-82" fmla="*/ 1101264 h 1228724"/>
                <a:gd name="csX1-83" fmla="*/ 6165564 w 6622763"/>
                <a:gd name="csY1-84" fmla="*/ 0 h 1228724"/>
                <a:gd name="csX2-85" fmla="*/ 6622763 w 6622763"/>
                <a:gd name="csY2-86" fmla="*/ 116680 h 1228724"/>
                <a:gd name="csX3-87" fmla="*/ 468980 w 6622763"/>
                <a:gd name="csY3-88" fmla="*/ 1228724 h 1228724"/>
                <a:gd name="csX4-89" fmla="*/ 0 w 6622763"/>
                <a:gd name="csY4-90" fmla="*/ 1101264 h 1228724"/>
                <a:gd name="csX0-91" fmla="*/ 0 w 6622763"/>
                <a:gd name="csY0-92" fmla="*/ 1044114 h 1171574"/>
                <a:gd name="csX1-93" fmla="*/ 6165564 w 6622763"/>
                <a:gd name="csY1-94" fmla="*/ 0 h 1171574"/>
                <a:gd name="csX2-95" fmla="*/ 6622763 w 6622763"/>
                <a:gd name="csY2-96" fmla="*/ 59530 h 1171574"/>
                <a:gd name="csX3-97" fmla="*/ 468980 w 6622763"/>
                <a:gd name="csY3-98" fmla="*/ 1171574 h 1171574"/>
                <a:gd name="csX4-99" fmla="*/ 0 w 6622763"/>
                <a:gd name="csY4-100" fmla="*/ 1044114 h 1171574"/>
                <a:gd name="csX0-101" fmla="*/ 0 w 6622763"/>
                <a:gd name="csY0-102" fmla="*/ 1106027 h 1233487"/>
                <a:gd name="csX1-103" fmla="*/ 6160801 w 6622763"/>
                <a:gd name="csY1-104" fmla="*/ 0 h 1233487"/>
                <a:gd name="csX2-105" fmla="*/ 6622763 w 6622763"/>
                <a:gd name="csY2-106" fmla="*/ 121443 h 1233487"/>
                <a:gd name="csX3-107" fmla="*/ 468980 w 6622763"/>
                <a:gd name="csY3-108" fmla="*/ 1233487 h 1233487"/>
                <a:gd name="csX4-109" fmla="*/ 0 w 6622763"/>
                <a:gd name="csY4-110" fmla="*/ 1106027 h 1233487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</a:cxnLst>
              <a:rect l="l" t="t" r="r" b="b"/>
              <a:pathLst>
                <a:path w="6622763" h="1233487">
                  <a:moveTo>
                    <a:pt x="0" y="1106027"/>
                  </a:moveTo>
                  <a:lnTo>
                    <a:pt x="6160801" y="0"/>
                  </a:lnTo>
                  <a:lnTo>
                    <a:pt x="6622763" y="121443"/>
                  </a:lnTo>
                  <a:lnTo>
                    <a:pt x="468980" y="1233487"/>
                  </a:lnTo>
                  <a:lnTo>
                    <a:pt x="0" y="1106027"/>
                  </a:lnTo>
                  <a:close/>
                </a:path>
              </a:pathLst>
            </a:custGeom>
            <a:grp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82" name="组合 181"/>
          <p:cNvGrpSpPr/>
          <p:nvPr/>
        </p:nvGrpSpPr>
        <p:grpSpPr>
          <a:xfrm>
            <a:off x="1828762" y="4670181"/>
            <a:ext cx="686202" cy="664999"/>
            <a:chOff x="2235518" y="2580483"/>
            <a:chExt cx="6629082" cy="3749762"/>
          </a:xfrm>
          <a:solidFill>
            <a:srgbClr val="E5E7EB"/>
          </a:solidFill>
        </p:grpSpPr>
        <p:sp>
          <p:nvSpPr>
            <p:cNvPr id="183" name="矩形 138"/>
            <p:cNvSpPr/>
            <p:nvPr/>
          </p:nvSpPr>
          <p:spPr>
            <a:xfrm>
              <a:off x="2703672" y="2705101"/>
              <a:ext cx="6160928" cy="3625144"/>
            </a:xfrm>
            <a:custGeom>
              <a:avLst/>
              <a:gdLst>
                <a:gd name="csX0" fmla="*/ 0 w 600075"/>
                <a:gd name="csY0" fmla="*/ 0 h 407989"/>
                <a:gd name="csX1" fmla="*/ 600075 w 600075"/>
                <a:gd name="csY1" fmla="*/ 0 h 407989"/>
                <a:gd name="csX2" fmla="*/ 600075 w 600075"/>
                <a:gd name="csY2" fmla="*/ 407989 h 407989"/>
                <a:gd name="csX3" fmla="*/ 0 w 600075"/>
                <a:gd name="csY3" fmla="*/ 407989 h 407989"/>
                <a:gd name="csX4" fmla="*/ 0 w 600075"/>
                <a:gd name="csY4" fmla="*/ 0 h 407989"/>
                <a:gd name="csX0-1" fmla="*/ 0 w 600075"/>
                <a:gd name="csY0-2" fmla="*/ 179387 h 587376"/>
                <a:gd name="csX1-3" fmla="*/ 598487 w 600075"/>
                <a:gd name="csY1-4" fmla="*/ 0 h 587376"/>
                <a:gd name="csX2-5" fmla="*/ 600075 w 600075"/>
                <a:gd name="csY2-6" fmla="*/ 587376 h 587376"/>
                <a:gd name="csX3-7" fmla="*/ 0 w 600075"/>
                <a:gd name="csY3-8" fmla="*/ 587376 h 587376"/>
                <a:gd name="csX4-9" fmla="*/ 0 w 600075"/>
                <a:gd name="csY4-10" fmla="*/ 179387 h 587376"/>
                <a:gd name="csX0-11" fmla="*/ 0 w 600075"/>
                <a:gd name="csY0-12" fmla="*/ 179387 h 587376"/>
                <a:gd name="csX1-13" fmla="*/ 598487 w 600075"/>
                <a:gd name="csY1-14" fmla="*/ 0 h 587376"/>
                <a:gd name="csX2-15" fmla="*/ 600075 w 600075"/>
                <a:gd name="csY2-16" fmla="*/ 409576 h 587376"/>
                <a:gd name="csX3-17" fmla="*/ 0 w 600075"/>
                <a:gd name="csY3-18" fmla="*/ 587376 h 587376"/>
                <a:gd name="csX4-19" fmla="*/ 0 w 600075"/>
                <a:gd name="csY4-20" fmla="*/ 179387 h 587376"/>
                <a:gd name="csX0-21" fmla="*/ 0 w 598496"/>
                <a:gd name="csY0-22" fmla="*/ 179387 h 587376"/>
                <a:gd name="csX1-23" fmla="*/ 598487 w 598496"/>
                <a:gd name="csY1-24" fmla="*/ 0 h 587376"/>
                <a:gd name="csX2-25" fmla="*/ 577850 w 598496"/>
                <a:gd name="csY2-26" fmla="*/ 341314 h 587376"/>
                <a:gd name="csX3-27" fmla="*/ 0 w 598496"/>
                <a:gd name="csY3-28" fmla="*/ 587376 h 587376"/>
                <a:gd name="csX4-29" fmla="*/ 0 w 598496"/>
                <a:gd name="csY4-30" fmla="*/ 179387 h 587376"/>
                <a:gd name="csX0-31" fmla="*/ 0 w 601663"/>
                <a:gd name="csY0-32" fmla="*/ 179387 h 587376"/>
                <a:gd name="csX1-33" fmla="*/ 598487 w 601663"/>
                <a:gd name="csY1-34" fmla="*/ 0 h 587376"/>
                <a:gd name="csX2-35" fmla="*/ 601663 w 601663"/>
                <a:gd name="csY2-36" fmla="*/ 395289 h 587376"/>
                <a:gd name="csX3-37" fmla="*/ 0 w 601663"/>
                <a:gd name="csY3-38" fmla="*/ 587376 h 587376"/>
                <a:gd name="csX4-39" fmla="*/ 0 w 601663"/>
                <a:gd name="csY4-40" fmla="*/ 179387 h 587376"/>
                <a:gd name="csX0-41" fmla="*/ 0 w 601663"/>
                <a:gd name="csY0-42" fmla="*/ 179387 h 587376"/>
                <a:gd name="csX1-43" fmla="*/ 599417 w 601663"/>
                <a:gd name="csY1-44" fmla="*/ 0 h 587376"/>
                <a:gd name="csX2-45" fmla="*/ 601663 w 601663"/>
                <a:gd name="csY2-46" fmla="*/ 395289 h 587376"/>
                <a:gd name="csX3-47" fmla="*/ 0 w 601663"/>
                <a:gd name="csY3-48" fmla="*/ 587376 h 587376"/>
                <a:gd name="csX4-49" fmla="*/ 0 w 601663"/>
                <a:gd name="csY4-50" fmla="*/ 179387 h 587376"/>
                <a:gd name="csX0-51" fmla="*/ 0 w 601663"/>
                <a:gd name="csY0-52" fmla="*/ 179387 h 587376"/>
                <a:gd name="csX1-53" fmla="*/ 601277 w 601663"/>
                <a:gd name="csY1-54" fmla="*/ 0 h 587376"/>
                <a:gd name="csX2-55" fmla="*/ 601663 w 601663"/>
                <a:gd name="csY2-56" fmla="*/ 395289 h 587376"/>
                <a:gd name="csX3-57" fmla="*/ 0 w 601663"/>
                <a:gd name="csY3-58" fmla="*/ 587376 h 587376"/>
                <a:gd name="csX4-59" fmla="*/ 0 w 601663"/>
                <a:gd name="csY4-60" fmla="*/ 179387 h 587376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</a:cxnLst>
              <a:rect l="l" t="t" r="r" b="b"/>
              <a:pathLst>
                <a:path w="601663" h="587376">
                  <a:moveTo>
                    <a:pt x="0" y="179387"/>
                  </a:moveTo>
                  <a:lnTo>
                    <a:pt x="601277" y="0"/>
                  </a:lnTo>
                  <a:cubicBezTo>
                    <a:pt x="601806" y="195792"/>
                    <a:pt x="601134" y="199497"/>
                    <a:pt x="601663" y="395289"/>
                  </a:cubicBezTo>
                  <a:lnTo>
                    <a:pt x="0" y="587376"/>
                  </a:lnTo>
                  <a:lnTo>
                    <a:pt x="0" y="179387"/>
                  </a:lnTo>
                  <a:close/>
                </a:path>
              </a:pathLst>
            </a:cu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矩形 6"/>
            <p:cNvSpPr/>
            <p:nvPr/>
          </p:nvSpPr>
          <p:spPr>
            <a:xfrm>
              <a:off x="2235518" y="3689351"/>
              <a:ext cx="468154" cy="2640894"/>
            </a:xfrm>
            <a:custGeom>
              <a:avLst/>
              <a:gdLst>
                <a:gd name="csX0" fmla="*/ 0 w 664367"/>
                <a:gd name="csY0" fmla="*/ 0 h 410760"/>
                <a:gd name="csX1" fmla="*/ 664367 w 664367"/>
                <a:gd name="csY1" fmla="*/ 0 h 410760"/>
                <a:gd name="csX2" fmla="*/ 664367 w 664367"/>
                <a:gd name="csY2" fmla="*/ 410760 h 410760"/>
                <a:gd name="csX3" fmla="*/ 0 w 664367"/>
                <a:gd name="csY3" fmla="*/ 410760 h 410760"/>
                <a:gd name="csX4" fmla="*/ 0 w 664367"/>
                <a:gd name="csY4" fmla="*/ 0 h 410760"/>
                <a:gd name="csX0-1" fmla="*/ 0 w 664367"/>
                <a:gd name="csY0-2" fmla="*/ 0 h 410760"/>
                <a:gd name="csX1-3" fmla="*/ 664367 w 664367"/>
                <a:gd name="csY1-4" fmla="*/ 0 h 410760"/>
                <a:gd name="csX2-5" fmla="*/ 664367 w 664367"/>
                <a:gd name="csY2-6" fmla="*/ 410760 h 410760"/>
                <a:gd name="csX3-7" fmla="*/ 2381 w 664367"/>
                <a:gd name="csY3-8" fmla="*/ 327416 h 410760"/>
                <a:gd name="csX4-9" fmla="*/ 0 w 664367"/>
                <a:gd name="csY4-10" fmla="*/ 0 h 410760"/>
                <a:gd name="csX0-11" fmla="*/ 0 w 669078"/>
                <a:gd name="csY0-12" fmla="*/ 0 h 486960"/>
                <a:gd name="csX1-13" fmla="*/ 669078 w 669078"/>
                <a:gd name="csY1-14" fmla="*/ 76200 h 486960"/>
                <a:gd name="csX2-15" fmla="*/ 669078 w 669078"/>
                <a:gd name="csY2-16" fmla="*/ 486960 h 486960"/>
                <a:gd name="csX3-17" fmla="*/ 7092 w 669078"/>
                <a:gd name="csY3-18" fmla="*/ 403616 h 486960"/>
                <a:gd name="csX4-19" fmla="*/ 0 w 669078"/>
                <a:gd name="csY4-20" fmla="*/ 0 h 486960"/>
                <a:gd name="csX0-21" fmla="*/ 24545 w 693623"/>
                <a:gd name="csY0-22" fmla="*/ 0 h 486960"/>
                <a:gd name="csX1-23" fmla="*/ 693623 w 693623"/>
                <a:gd name="csY1-24" fmla="*/ 76200 h 486960"/>
                <a:gd name="csX2-25" fmla="*/ 693623 w 693623"/>
                <a:gd name="csY2-26" fmla="*/ 486960 h 486960"/>
                <a:gd name="csX3-27" fmla="*/ 13 w 693623"/>
                <a:gd name="csY3-28" fmla="*/ 444717 h 486960"/>
                <a:gd name="csX4-29" fmla="*/ 24545 w 693623"/>
                <a:gd name="csY4-30" fmla="*/ 0 h 486960"/>
                <a:gd name="csX0-31" fmla="*/ 24545 w 693623"/>
                <a:gd name="csY0-32" fmla="*/ 0 h 470036"/>
                <a:gd name="csX1-33" fmla="*/ 693623 w 693623"/>
                <a:gd name="csY1-34" fmla="*/ 59276 h 470036"/>
                <a:gd name="csX2-35" fmla="*/ 693623 w 693623"/>
                <a:gd name="csY2-36" fmla="*/ 470036 h 470036"/>
                <a:gd name="csX3-37" fmla="*/ 13 w 693623"/>
                <a:gd name="csY3-38" fmla="*/ 427793 h 470036"/>
                <a:gd name="csX4-39" fmla="*/ 24545 w 693623"/>
                <a:gd name="csY4-40" fmla="*/ 0 h 470036"/>
                <a:gd name="csX0-41" fmla="*/ 832 w 693783"/>
                <a:gd name="csY0-42" fmla="*/ 0 h 470036"/>
                <a:gd name="csX1-43" fmla="*/ 693783 w 693783"/>
                <a:gd name="csY1-44" fmla="*/ 59276 h 470036"/>
                <a:gd name="csX2-45" fmla="*/ 693783 w 693783"/>
                <a:gd name="csY2-46" fmla="*/ 470036 h 470036"/>
                <a:gd name="csX3-47" fmla="*/ 173 w 693783"/>
                <a:gd name="csY3-48" fmla="*/ 427793 h 470036"/>
                <a:gd name="csX4-49" fmla="*/ 832 w 693783"/>
                <a:gd name="csY4-50" fmla="*/ 0 h 470036"/>
                <a:gd name="csX0-51" fmla="*/ 24602 w 717553"/>
                <a:gd name="csY0-52" fmla="*/ 0 h 470036"/>
                <a:gd name="csX1-53" fmla="*/ 717553 w 717553"/>
                <a:gd name="csY1-54" fmla="*/ 59276 h 470036"/>
                <a:gd name="csX2-55" fmla="*/ 717553 w 717553"/>
                <a:gd name="csY2-56" fmla="*/ 470036 h 470036"/>
                <a:gd name="csX3-57" fmla="*/ 20 w 717553"/>
                <a:gd name="csY3-58" fmla="*/ 450398 h 470036"/>
                <a:gd name="csX4-59" fmla="*/ 24602 w 717553"/>
                <a:gd name="csY4-60" fmla="*/ 0 h 470036"/>
                <a:gd name="csX0-61" fmla="*/ 24604 w 717553"/>
                <a:gd name="csY0-62" fmla="*/ 0 h 430282"/>
                <a:gd name="csX1-63" fmla="*/ 717553 w 717553"/>
                <a:gd name="csY1-64" fmla="*/ 19522 h 430282"/>
                <a:gd name="csX2-65" fmla="*/ 717553 w 717553"/>
                <a:gd name="csY2-66" fmla="*/ 430282 h 430282"/>
                <a:gd name="csX3-67" fmla="*/ 20 w 717553"/>
                <a:gd name="csY3-68" fmla="*/ 410644 h 430282"/>
                <a:gd name="csX4-69" fmla="*/ 24604 w 717553"/>
                <a:gd name="csY4-70" fmla="*/ 0 h 430282"/>
                <a:gd name="csX0-71" fmla="*/ 7648 w 717582"/>
                <a:gd name="csY0-72" fmla="*/ 0 h 430282"/>
                <a:gd name="csX1-73" fmla="*/ 717582 w 717582"/>
                <a:gd name="csY1-74" fmla="*/ 19522 h 430282"/>
                <a:gd name="csX2-75" fmla="*/ 717582 w 717582"/>
                <a:gd name="csY2-76" fmla="*/ 430282 h 430282"/>
                <a:gd name="csX3-77" fmla="*/ 49 w 717582"/>
                <a:gd name="csY3-78" fmla="*/ 410644 h 430282"/>
                <a:gd name="csX4-79" fmla="*/ 7648 w 717582"/>
                <a:gd name="csY4-80" fmla="*/ 0 h 430282"/>
                <a:gd name="csX0-81" fmla="*/ 0 w 726918"/>
                <a:gd name="csY0-82" fmla="*/ 0 h 430282"/>
                <a:gd name="csX1-83" fmla="*/ 726918 w 726918"/>
                <a:gd name="csY1-84" fmla="*/ 19522 h 430282"/>
                <a:gd name="csX2-85" fmla="*/ 726918 w 726918"/>
                <a:gd name="csY2-86" fmla="*/ 430282 h 430282"/>
                <a:gd name="csX3-87" fmla="*/ 9385 w 726918"/>
                <a:gd name="csY3-88" fmla="*/ 410644 h 430282"/>
                <a:gd name="csX4-89" fmla="*/ 0 w 726918"/>
                <a:gd name="csY4-90" fmla="*/ 0 h 430282"/>
                <a:gd name="csX0-91" fmla="*/ 0 w 726918"/>
                <a:gd name="csY0-92" fmla="*/ 0 h 430282"/>
                <a:gd name="csX1-93" fmla="*/ 726918 w 726918"/>
                <a:gd name="csY1-94" fmla="*/ 19522 h 430282"/>
                <a:gd name="csX2-95" fmla="*/ 726918 w 726918"/>
                <a:gd name="csY2-96" fmla="*/ 430282 h 430282"/>
                <a:gd name="csX3-97" fmla="*/ 2906 w 726918"/>
                <a:gd name="csY3-98" fmla="*/ 409865 h 430282"/>
                <a:gd name="csX4-99" fmla="*/ 0 w 726918"/>
                <a:gd name="csY4-100" fmla="*/ 0 h 430282"/>
                <a:gd name="csX0-101" fmla="*/ 3657 w 730575"/>
                <a:gd name="csY0-102" fmla="*/ 0 h 430282"/>
                <a:gd name="csX1-103" fmla="*/ 730575 w 730575"/>
                <a:gd name="csY1-104" fmla="*/ 19522 h 430282"/>
                <a:gd name="csX2-105" fmla="*/ 730575 w 730575"/>
                <a:gd name="csY2-106" fmla="*/ 430282 h 430282"/>
                <a:gd name="csX3-107" fmla="*/ 83 w 730575"/>
                <a:gd name="csY3-108" fmla="*/ 409865 h 430282"/>
                <a:gd name="csX4-109" fmla="*/ 3657 w 730575"/>
                <a:gd name="csY4-110" fmla="*/ 0 h 430282"/>
                <a:gd name="csX0-111" fmla="*/ 0 w 726918"/>
                <a:gd name="csY0-112" fmla="*/ 0 h 430282"/>
                <a:gd name="csX1-113" fmla="*/ 726918 w 726918"/>
                <a:gd name="csY1-114" fmla="*/ 19522 h 430282"/>
                <a:gd name="csX2-115" fmla="*/ 726918 w 726918"/>
                <a:gd name="csY2-116" fmla="*/ 430282 h 430282"/>
                <a:gd name="csX3-117" fmla="*/ 2905 w 726918"/>
                <a:gd name="csY3-118" fmla="*/ 409086 h 430282"/>
                <a:gd name="csX4-119" fmla="*/ 0 w 726918"/>
                <a:gd name="csY4-120" fmla="*/ 0 h 430282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</a:cxnLst>
              <a:rect l="l" t="t" r="r" b="b"/>
              <a:pathLst>
                <a:path w="726918" h="430282">
                  <a:moveTo>
                    <a:pt x="0" y="0"/>
                  </a:moveTo>
                  <a:lnTo>
                    <a:pt x="726918" y="19522"/>
                  </a:lnTo>
                  <a:lnTo>
                    <a:pt x="726918" y="430282"/>
                  </a:lnTo>
                  <a:lnTo>
                    <a:pt x="2905" y="409086"/>
                  </a:lnTo>
                  <a:cubicBezTo>
                    <a:pt x="2111" y="299947"/>
                    <a:pt x="794" y="109139"/>
                    <a:pt x="0" y="0"/>
                  </a:cubicBezTo>
                  <a:close/>
                </a:path>
              </a:pathLst>
            </a:custGeom>
            <a:grp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矩形 15"/>
            <p:cNvSpPr/>
            <p:nvPr/>
          </p:nvSpPr>
          <p:spPr>
            <a:xfrm>
              <a:off x="2235518" y="2580483"/>
              <a:ext cx="6622763" cy="1233487"/>
            </a:xfrm>
            <a:custGeom>
              <a:avLst/>
              <a:gdLst>
                <a:gd name="csX0" fmla="*/ 0 w 6160927"/>
                <a:gd name="csY0" fmla="*/ 0 h 781050"/>
                <a:gd name="csX1" fmla="*/ 6160927 w 6160927"/>
                <a:gd name="csY1" fmla="*/ 0 h 781050"/>
                <a:gd name="csX2" fmla="*/ 6160927 w 6160927"/>
                <a:gd name="csY2" fmla="*/ 781050 h 781050"/>
                <a:gd name="csX3" fmla="*/ 0 w 6160927"/>
                <a:gd name="csY3" fmla="*/ 781050 h 781050"/>
                <a:gd name="csX4" fmla="*/ 0 w 6160927"/>
                <a:gd name="csY4" fmla="*/ 0 h 781050"/>
                <a:gd name="csX0-1" fmla="*/ 0 w 6606095"/>
                <a:gd name="csY0-2" fmla="*/ 679784 h 781050"/>
                <a:gd name="csX1-3" fmla="*/ 6606095 w 6606095"/>
                <a:gd name="csY1-4" fmla="*/ 0 h 781050"/>
                <a:gd name="csX2-5" fmla="*/ 6606095 w 6606095"/>
                <a:gd name="csY2-6" fmla="*/ 781050 h 781050"/>
                <a:gd name="csX3-7" fmla="*/ 445168 w 6606095"/>
                <a:gd name="csY3-8" fmla="*/ 781050 h 781050"/>
                <a:gd name="csX4-9" fmla="*/ 0 w 6606095"/>
                <a:gd name="csY4-10" fmla="*/ 679784 h 781050"/>
                <a:gd name="csX0-11" fmla="*/ 0 w 6627526"/>
                <a:gd name="csY0-12" fmla="*/ 663115 h 781050"/>
                <a:gd name="csX1-13" fmla="*/ 6627526 w 6627526"/>
                <a:gd name="csY1-14" fmla="*/ 0 h 781050"/>
                <a:gd name="csX2-15" fmla="*/ 6627526 w 6627526"/>
                <a:gd name="csY2-16" fmla="*/ 781050 h 781050"/>
                <a:gd name="csX3-17" fmla="*/ 466599 w 6627526"/>
                <a:gd name="csY3-18" fmla="*/ 781050 h 781050"/>
                <a:gd name="csX4-19" fmla="*/ 0 w 6627526"/>
                <a:gd name="csY4-20" fmla="*/ 663115 h 781050"/>
                <a:gd name="csX0-21" fmla="*/ 0 w 6627526"/>
                <a:gd name="csY0-22" fmla="*/ 1372727 h 1490662"/>
                <a:gd name="csX1-23" fmla="*/ 6479889 w 6627526"/>
                <a:gd name="csY1-24" fmla="*/ 0 h 1490662"/>
                <a:gd name="csX2-25" fmla="*/ 6627526 w 6627526"/>
                <a:gd name="csY2-26" fmla="*/ 1490662 h 1490662"/>
                <a:gd name="csX3-27" fmla="*/ 466599 w 6627526"/>
                <a:gd name="csY3-28" fmla="*/ 1490662 h 1490662"/>
                <a:gd name="csX4-29" fmla="*/ 0 w 6627526"/>
                <a:gd name="csY4-30" fmla="*/ 1372727 h 1490662"/>
                <a:gd name="csX0-31" fmla="*/ 0 w 6620382"/>
                <a:gd name="csY0-32" fmla="*/ 1372727 h 1490662"/>
                <a:gd name="csX1-33" fmla="*/ 6479889 w 6620382"/>
                <a:gd name="csY1-34" fmla="*/ 0 h 1490662"/>
                <a:gd name="csX2-35" fmla="*/ 6620382 w 6620382"/>
                <a:gd name="csY2-36" fmla="*/ 378618 h 1490662"/>
                <a:gd name="csX3-37" fmla="*/ 466599 w 6620382"/>
                <a:gd name="csY3-38" fmla="*/ 1490662 h 1490662"/>
                <a:gd name="csX4-39" fmla="*/ 0 w 6620382"/>
                <a:gd name="csY4-40" fmla="*/ 1372727 h 1490662"/>
                <a:gd name="csX0-41" fmla="*/ 0 w 6620382"/>
                <a:gd name="csY0-42" fmla="*/ 1256045 h 1373980"/>
                <a:gd name="csX1-43" fmla="*/ 6525133 w 6620382"/>
                <a:gd name="csY1-44" fmla="*/ 0 h 1373980"/>
                <a:gd name="csX2-45" fmla="*/ 6620382 w 6620382"/>
                <a:gd name="csY2-46" fmla="*/ 261936 h 1373980"/>
                <a:gd name="csX3-47" fmla="*/ 466599 w 6620382"/>
                <a:gd name="csY3-48" fmla="*/ 1373980 h 1373980"/>
                <a:gd name="csX4-49" fmla="*/ 0 w 6620382"/>
                <a:gd name="csY4-50" fmla="*/ 1256045 h 1373980"/>
                <a:gd name="csX0-51" fmla="*/ 0 w 6620382"/>
                <a:gd name="csY0-52" fmla="*/ 1244139 h 1362074"/>
                <a:gd name="csX1-53" fmla="*/ 6529895 w 6620382"/>
                <a:gd name="csY1-54" fmla="*/ 0 h 1362074"/>
                <a:gd name="csX2-55" fmla="*/ 6620382 w 6620382"/>
                <a:gd name="csY2-56" fmla="*/ 250030 h 1362074"/>
                <a:gd name="csX3-57" fmla="*/ 466599 w 6620382"/>
                <a:gd name="csY3-58" fmla="*/ 1362074 h 1362074"/>
                <a:gd name="csX4-59" fmla="*/ 0 w 6620382"/>
                <a:gd name="csY4-60" fmla="*/ 1244139 h 1362074"/>
                <a:gd name="csX0-61" fmla="*/ 0 w 6622763"/>
                <a:gd name="csY0-62" fmla="*/ 1234614 h 1362074"/>
                <a:gd name="csX1-63" fmla="*/ 6532276 w 6622763"/>
                <a:gd name="csY1-64" fmla="*/ 0 h 1362074"/>
                <a:gd name="csX2-65" fmla="*/ 6622763 w 6622763"/>
                <a:gd name="csY2-66" fmla="*/ 250030 h 1362074"/>
                <a:gd name="csX3-67" fmla="*/ 468980 w 6622763"/>
                <a:gd name="csY3-68" fmla="*/ 1362074 h 1362074"/>
                <a:gd name="csX4-69" fmla="*/ 0 w 6622763"/>
                <a:gd name="csY4-70" fmla="*/ 1234614 h 1362074"/>
                <a:gd name="csX0-71" fmla="*/ 0 w 6622763"/>
                <a:gd name="csY0-72" fmla="*/ 1063164 h 1190624"/>
                <a:gd name="csX1-73" fmla="*/ 6308439 w 6622763"/>
                <a:gd name="csY1-74" fmla="*/ 0 h 1190624"/>
                <a:gd name="csX2-75" fmla="*/ 6622763 w 6622763"/>
                <a:gd name="csY2-76" fmla="*/ 78580 h 1190624"/>
                <a:gd name="csX3-77" fmla="*/ 468980 w 6622763"/>
                <a:gd name="csY3-78" fmla="*/ 1190624 h 1190624"/>
                <a:gd name="csX4-79" fmla="*/ 0 w 6622763"/>
                <a:gd name="csY4-80" fmla="*/ 1063164 h 1190624"/>
                <a:gd name="csX0-81" fmla="*/ 0 w 6622763"/>
                <a:gd name="csY0-82" fmla="*/ 1101264 h 1228724"/>
                <a:gd name="csX1-83" fmla="*/ 6165564 w 6622763"/>
                <a:gd name="csY1-84" fmla="*/ 0 h 1228724"/>
                <a:gd name="csX2-85" fmla="*/ 6622763 w 6622763"/>
                <a:gd name="csY2-86" fmla="*/ 116680 h 1228724"/>
                <a:gd name="csX3-87" fmla="*/ 468980 w 6622763"/>
                <a:gd name="csY3-88" fmla="*/ 1228724 h 1228724"/>
                <a:gd name="csX4-89" fmla="*/ 0 w 6622763"/>
                <a:gd name="csY4-90" fmla="*/ 1101264 h 1228724"/>
                <a:gd name="csX0-91" fmla="*/ 0 w 6622763"/>
                <a:gd name="csY0-92" fmla="*/ 1044114 h 1171574"/>
                <a:gd name="csX1-93" fmla="*/ 6165564 w 6622763"/>
                <a:gd name="csY1-94" fmla="*/ 0 h 1171574"/>
                <a:gd name="csX2-95" fmla="*/ 6622763 w 6622763"/>
                <a:gd name="csY2-96" fmla="*/ 59530 h 1171574"/>
                <a:gd name="csX3-97" fmla="*/ 468980 w 6622763"/>
                <a:gd name="csY3-98" fmla="*/ 1171574 h 1171574"/>
                <a:gd name="csX4-99" fmla="*/ 0 w 6622763"/>
                <a:gd name="csY4-100" fmla="*/ 1044114 h 1171574"/>
                <a:gd name="csX0-101" fmla="*/ 0 w 6622763"/>
                <a:gd name="csY0-102" fmla="*/ 1106027 h 1233487"/>
                <a:gd name="csX1-103" fmla="*/ 6160801 w 6622763"/>
                <a:gd name="csY1-104" fmla="*/ 0 h 1233487"/>
                <a:gd name="csX2-105" fmla="*/ 6622763 w 6622763"/>
                <a:gd name="csY2-106" fmla="*/ 121443 h 1233487"/>
                <a:gd name="csX3-107" fmla="*/ 468980 w 6622763"/>
                <a:gd name="csY3-108" fmla="*/ 1233487 h 1233487"/>
                <a:gd name="csX4-109" fmla="*/ 0 w 6622763"/>
                <a:gd name="csY4-110" fmla="*/ 1106027 h 1233487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</a:cxnLst>
              <a:rect l="l" t="t" r="r" b="b"/>
              <a:pathLst>
                <a:path w="6622763" h="1233487">
                  <a:moveTo>
                    <a:pt x="0" y="1106027"/>
                  </a:moveTo>
                  <a:lnTo>
                    <a:pt x="6160801" y="0"/>
                  </a:lnTo>
                  <a:lnTo>
                    <a:pt x="6622763" y="121443"/>
                  </a:lnTo>
                  <a:lnTo>
                    <a:pt x="468980" y="1233487"/>
                  </a:lnTo>
                  <a:lnTo>
                    <a:pt x="0" y="1106027"/>
                  </a:lnTo>
                  <a:close/>
                </a:path>
              </a:pathLst>
            </a:custGeom>
            <a:grp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86" name="组合 185"/>
          <p:cNvGrpSpPr/>
          <p:nvPr/>
        </p:nvGrpSpPr>
        <p:grpSpPr>
          <a:xfrm>
            <a:off x="6454432" y="4559733"/>
            <a:ext cx="686202" cy="664999"/>
            <a:chOff x="2235518" y="2580483"/>
            <a:chExt cx="6629082" cy="3749762"/>
          </a:xfrm>
          <a:solidFill>
            <a:srgbClr val="E5E7EB"/>
          </a:solidFill>
        </p:grpSpPr>
        <p:sp>
          <p:nvSpPr>
            <p:cNvPr id="187" name="矩形 138"/>
            <p:cNvSpPr/>
            <p:nvPr/>
          </p:nvSpPr>
          <p:spPr>
            <a:xfrm>
              <a:off x="2703672" y="2705101"/>
              <a:ext cx="6160928" cy="3625144"/>
            </a:xfrm>
            <a:custGeom>
              <a:avLst/>
              <a:gdLst>
                <a:gd name="csX0" fmla="*/ 0 w 600075"/>
                <a:gd name="csY0" fmla="*/ 0 h 407989"/>
                <a:gd name="csX1" fmla="*/ 600075 w 600075"/>
                <a:gd name="csY1" fmla="*/ 0 h 407989"/>
                <a:gd name="csX2" fmla="*/ 600075 w 600075"/>
                <a:gd name="csY2" fmla="*/ 407989 h 407989"/>
                <a:gd name="csX3" fmla="*/ 0 w 600075"/>
                <a:gd name="csY3" fmla="*/ 407989 h 407989"/>
                <a:gd name="csX4" fmla="*/ 0 w 600075"/>
                <a:gd name="csY4" fmla="*/ 0 h 407989"/>
                <a:gd name="csX0-1" fmla="*/ 0 w 600075"/>
                <a:gd name="csY0-2" fmla="*/ 179387 h 587376"/>
                <a:gd name="csX1-3" fmla="*/ 598487 w 600075"/>
                <a:gd name="csY1-4" fmla="*/ 0 h 587376"/>
                <a:gd name="csX2-5" fmla="*/ 600075 w 600075"/>
                <a:gd name="csY2-6" fmla="*/ 587376 h 587376"/>
                <a:gd name="csX3-7" fmla="*/ 0 w 600075"/>
                <a:gd name="csY3-8" fmla="*/ 587376 h 587376"/>
                <a:gd name="csX4-9" fmla="*/ 0 w 600075"/>
                <a:gd name="csY4-10" fmla="*/ 179387 h 587376"/>
                <a:gd name="csX0-11" fmla="*/ 0 w 600075"/>
                <a:gd name="csY0-12" fmla="*/ 179387 h 587376"/>
                <a:gd name="csX1-13" fmla="*/ 598487 w 600075"/>
                <a:gd name="csY1-14" fmla="*/ 0 h 587376"/>
                <a:gd name="csX2-15" fmla="*/ 600075 w 600075"/>
                <a:gd name="csY2-16" fmla="*/ 409576 h 587376"/>
                <a:gd name="csX3-17" fmla="*/ 0 w 600075"/>
                <a:gd name="csY3-18" fmla="*/ 587376 h 587376"/>
                <a:gd name="csX4-19" fmla="*/ 0 w 600075"/>
                <a:gd name="csY4-20" fmla="*/ 179387 h 587376"/>
                <a:gd name="csX0-21" fmla="*/ 0 w 598496"/>
                <a:gd name="csY0-22" fmla="*/ 179387 h 587376"/>
                <a:gd name="csX1-23" fmla="*/ 598487 w 598496"/>
                <a:gd name="csY1-24" fmla="*/ 0 h 587376"/>
                <a:gd name="csX2-25" fmla="*/ 577850 w 598496"/>
                <a:gd name="csY2-26" fmla="*/ 341314 h 587376"/>
                <a:gd name="csX3-27" fmla="*/ 0 w 598496"/>
                <a:gd name="csY3-28" fmla="*/ 587376 h 587376"/>
                <a:gd name="csX4-29" fmla="*/ 0 w 598496"/>
                <a:gd name="csY4-30" fmla="*/ 179387 h 587376"/>
                <a:gd name="csX0-31" fmla="*/ 0 w 601663"/>
                <a:gd name="csY0-32" fmla="*/ 179387 h 587376"/>
                <a:gd name="csX1-33" fmla="*/ 598487 w 601663"/>
                <a:gd name="csY1-34" fmla="*/ 0 h 587376"/>
                <a:gd name="csX2-35" fmla="*/ 601663 w 601663"/>
                <a:gd name="csY2-36" fmla="*/ 395289 h 587376"/>
                <a:gd name="csX3-37" fmla="*/ 0 w 601663"/>
                <a:gd name="csY3-38" fmla="*/ 587376 h 587376"/>
                <a:gd name="csX4-39" fmla="*/ 0 w 601663"/>
                <a:gd name="csY4-40" fmla="*/ 179387 h 587376"/>
                <a:gd name="csX0-41" fmla="*/ 0 w 601663"/>
                <a:gd name="csY0-42" fmla="*/ 179387 h 587376"/>
                <a:gd name="csX1-43" fmla="*/ 599417 w 601663"/>
                <a:gd name="csY1-44" fmla="*/ 0 h 587376"/>
                <a:gd name="csX2-45" fmla="*/ 601663 w 601663"/>
                <a:gd name="csY2-46" fmla="*/ 395289 h 587376"/>
                <a:gd name="csX3-47" fmla="*/ 0 w 601663"/>
                <a:gd name="csY3-48" fmla="*/ 587376 h 587376"/>
                <a:gd name="csX4-49" fmla="*/ 0 w 601663"/>
                <a:gd name="csY4-50" fmla="*/ 179387 h 587376"/>
                <a:gd name="csX0-51" fmla="*/ 0 w 601663"/>
                <a:gd name="csY0-52" fmla="*/ 179387 h 587376"/>
                <a:gd name="csX1-53" fmla="*/ 601277 w 601663"/>
                <a:gd name="csY1-54" fmla="*/ 0 h 587376"/>
                <a:gd name="csX2-55" fmla="*/ 601663 w 601663"/>
                <a:gd name="csY2-56" fmla="*/ 395289 h 587376"/>
                <a:gd name="csX3-57" fmla="*/ 0 w 601663"/>
                <a:gd name="csY3-58" fmla="*/ 587376 h 587376"/>
                <a:gd name="csX4-59" fmla="*/ 0 w 601663"/>
                <a:gd name="csY4-60" fmla="*/ 179387 h 587376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</a:cxnLst>
              <a:rect l="l" t="t" r="r" b="b"/>
              <a:pathLst>
                <a:path w="601663" h="587376">
                  <a:moveTo>
                    <a:pt x="0" y="179387"/>
                  </a:moveTo>
                  <a:lnTo>
                    <a:pt x="601277" y="0"/>
                  </a:lnTo>
                  <a:cubicBezTo>
                    <a:pt x="601806" y="195792"/>
                    <a:pt x="601134" y="199497"/>
                    <a:pt x="601663" y="395289"/>
                  </a:cubicBezTo>
                  <a:lnTo>
                    <a:pt x="0" y="587376"/>
                  </a:lnTo>
                  <a:lnTo>
                    <a:pt x="0" y="179387"/>
                  </a:lnTo>
                  <a:close/>
                </a:path>
              </a:pathLst>
            </a:cu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矩形 6"/>
            <p:cNvSpPr/>
            <p:nvPr/>
          </p:nvSpPr>
          <p:spPr>
            <a:xfrm>
              <a:off x="2235518" y="3689351"/>
              <a:ext cx="468154" cy="2640894"/>
            </a:xfrm>
            <a:custGeom>
              <a:avLst/>
              <a:gdLst>
                <a:gd name="csX0" fmla="*/ 0 w 664367"/>
                <a:gd name="csY0" fmla="*/ 0 h 410760"/>
                <a:gd name="csX1" fmla="*/ 664367 w 664367"/>
                <a:gd name="csY1" fmla="*/ 0 h 410760"/>
                <a:gd name="csX2" fmla="*/ 664367 w 664367"/>
                <a:gd name="csY2" fmla="*/ 410760 h 410760"/>
                <a:gd name="csX3" fmla="*/ 0 w 664367"/>
                <a:gd name="csY3" fmla="*/ 410760 h 410760"/>
                <a:gd name="csX4" fmla="*/ 0 w 664367"/>
                <a:gd name="csY4" fmla="*/ 0 h 410760"/>
                <a:gd name="csX0-1" fmla="*/ 0 w 664367"/>
                <a:gd name="csY0-2" fmla="*/ 0 h 410760"/>
                <a:gd name="csX1-3" fmla="*/ 664367 w 664367"/>
                <a:gd name="csY1-4" fmla="*/ 0 h 410760"/>
                <a:gd name="csX2-5" fmla="*/ 664367 w 664367"/>
                <a:gd name="csY2-6" fmla="*/ 410760 h 410760"/>
                <a:gd name="csX3-7" fmla="*/ 2381 w 664367"/>
                <a:gd name="csY3-8" fmla="*/ 327416 h 410760"/>
                <a:gd name="csX4-9" fmla="*/ 0 w 664367"/>
                <a:gd name="csY4-10" fmla="*/ 0 h 410760"/>
                <a:gd name="csX0-11" fmla="*/ 0 w 669078"/>
                <a:gd name="csY0-12" fmla="*/ 0 h 486960"/>
                <a:gd name="csX1-13" fmla="*/ 669078 w 669078"/>
                <a:gd name="csY1-14" fmla="*/ 76200 h 486960"/>
                <a:gd name="csX2-15" fmla="*/ 669078 w 669078"/>
                <a:gd name="csY2-16" fmla="*/ 486960 h 486960"/>
                <a:gd name="csX3-17" fmla="*/ 7092 w 669078"/>
                <a:gd name="csY3-18" fmla="*/ 403616 h 486960"/>
                <a:gd name="csX4-19" fmla="*/ 0 w 669078"/>
                <a:gd name="csY4-20" fmla="*/ 0 h 486960"/>
                <a:gd name="csX0-21" fmla="*/ 24545 w 693623"/>
                <a:gd name="csY0-22" fmla="*/ 0 h 486960"/>
                <a:gd name="csX1-23" fmla="*/ 693623 w 693623"/>
                <a:gd name="csY1-24" fmla="*/ 76200 h 486960"/>
                <a:gd name="csX2-25" fmla="*/ 693623 w 693623"/>
                <a:gd name="csY2-26" fmla="*/ 486960 h 486960"/>
                <a:gd name="csX3-27" fmla="*/ 13 w 693623"/>
                <a:gd name="csY3-28" fmla="*/ 444717 h 486960"/>
                <a:gd name="csX4-29" fmla="*/ 24545 w 693623"/>
                <a:gd name="csY4-30" fmla="*/ 0 h 486960"/>
                <a:gd name="csX0-31" fmla="*/ 24545 w 693623"/>
                <a:gd name="csY0-32" fmla="*/ 0 h 470036"/>
                <a:gd name="csX1-33" fmla="*/ 693623 w 693623"/>
                <a:gd name="csY1-34" fmla="*/ 59276 h 470036"/>
                <a:gd name="csX2-35" fmla="*/ 693623 w 693623"/>
                <a:gd name="csY2-36" fmla="*/ 470036 h 470036"/>
                <a:gd name="csX3-37" fmla="*/ 13 w 693623"/>
                <a:gd name="csY3-38" fmla="*/ 427793 h 470036"/>
                <a:gd name="csX4-39" fmla="*/ 24545 w 693623"/>
                <a:gd name="csY4-40" fmla="*/ 0 h 470036"/>
                <a:gd name="csX0-41" fmla="*/ 832 w 693783"/>
                <a:gd name="csY0-42" fmla="*/ 0 h 470036"/>
                <a:gd name="csX1-43" fmla="*/ 693783 w 693783"/>
                <a:gd name="csY1-44" fmla="*/ 59276 h 470036"/>
                <a:gd name="csX2-45" fmla="*/ 693783 w 693783"/>
                <a:gd name="csY2-46" fmla="*/ 470036 h 470036"/>
                <a:gd name="csX3-47" fmla="*/ 173 w 693783"/>
                <a:gd name="csY3-48" fmla="*/ 427793 h 470036"/>
                <a:gd name="csX4-49" fmla="*/ 832 w 693783"/>
                <a:gd name="csY4-50" fmla="*/ 0 h 470036"/>
                <a:gd name="csX0-51" fmla="*/ 24602 w 717553"/>
                <a:gd name="csY0-52" fmla="*/ 0 h 470036"/>
                <a:gd name="csX1-53" fmla="*/ 717553 w 717553"/>
                <a:gd name="csY1-54" fmla="*/ 59276 h 470036"/>
                <a:gd name="csX2-55" fmla="*/ 717553 w 717553"/>
                <a:gd name="csY2-56" fmla="*/ 470036 h 470036"/>
                <a:gd name="csX3-57" fmla="*/ 20 w 717553"/>
                <a:gd name="csY3-58" fmla="*/ 450398 h 470036"/>
                <a:gd name="csX4-59" fmla="*/ 24602 w 717553"/>
                <a:gd name="csY4-60" fmla="*/ 0 h 470036"/>
                <a:gd name="csX0-61" fmla="*/ 24604 w 717553"/>
                <a:gd name="csY0-62" fmla="*/ 0 h 430282"/>
                <a:gd name="csX1-63" fmla="*/ 717553 w 717553"/>
                <a:gd name="csY1-64" fmla="*/ 19522 h 430282"/>
                <a:gd name="csX2-65" fmla="*/ 717553 w 717553"/>
                <a:gd name="csY2-66" fmla="*/ 430282 h 430282"/>
                <a:gd name="csX3-67" fmla="*/ 20 w 717553"/>
                <a:gd name="csY3-68" fmla="*/ 410644 h 430282"/>
                <a:gd name="csX4-69" fmla="*/ 24604 w 717553"/>
                <a:gd name="csY4-70" fmla="*/ 0 h 430282"/>
                <a:gd name="csX0-71" fmla="*/ 7648 w 717582"/>
                <a:gd name="csY0-72" fmla="*/ 0 h 430282"/>
                <a:gd name="csX1-73" fmla="*/ 717582 w 717582"/>
                <a:gd name="csY1-74" fmla="*/ 19522 h 430282"/>
                <a:gd name="csX2-75" fmla="*/ 717582 w 717582"/>
                <a:gd name="csY2-76" fmla="*/ 430282 h 430282"/>
                <a:gd name="csX3-77" fmla="*/ 49 w 717582"/>
                <a:gd name="csY3-78" fmla="*/ 410644 h 430282"/>
                <a:gd name="csX4-79" fmla="*/ 7648 w 717582"/>
                <a:gd name="csY4-80" fmla="*/ 0 h 430282"/>
                <a:gd name="csX0-81" fmla="*/ 0 w 726918"/>
                <a:gd name="csY0-82" fmla="*/ 0 h 430282"/>
                <a:gd name="csX1-83" fmla="*/ 726918 w 726918"/>
                <a:gd name="csY1-84" fmla="*/ 19522 h 430282"/>
                <a:gd name="csX2-85" fmla="*/ 726918 w 726918"/>
                <a:gd name="csY2-86" fmla="*/ 430282 h 430282"/>
                <a:gd name="csX3-87" fmla="*/ 9385 w 726918"/>
                <a:gd name="csY3-88" fmla="*/ 410644 h 430282"/>
                <a:gd name="csX4-89" fmla="*/ 0 w 726918"/>
                <a:gd name="csY4-90" fmla="*/ 0 h 430282"/>
                <a:gd name="csX0-91" fmla="*/ 0 w 726918"/>
                <a:gd name="csY0-92" fmla="*/ 0 h 430282"/>
                <a:gd name="csX1-93" fmla="*/ 726918 w 726918"/>
                <a:gd name="csY1-94" fmla="*/ 19522 h 430282"/>
                <a:gd name="csX2-95" fmla="*/ 726918 w 726918"/>
                <a:gd name="csY2-96" fmla="*/ 430282 h 430282"/>
                <a:gd name="csX3-97" fmla="*/ 2906 w 726918"/>
                <a:gd name="csY3-98" fmla="*/ 409865 h 430282"/>
                <a:gd name="csX4-99" fmla="*/ 0 w 726918"/>
                <a:gd name="csY4-100" fmla="*/ 0 h 430282"/>
                <a:gd name="csX0-101" fmla="*/ 3657 w 730575"/>
                <a:gd name="csY0-102" fmla="*/ 0 h 430282"/>
                <a:gd name="csX1-103" fmla="*/ 730575 w 730575"/>
                <a:gd name="csY1-104" fmla="*/ 19522 h 430282"/>
                <a:gd name="csX2-105" fmla="*/ 730575 w 730575"/>
                <a:gd name="csY2-106" fmla="*/ 430282 h 430282"/>
                <a:gd name="csX3-107" fmla="*/ 83 w 730575"/>
                <a:gd name="csY3-108" fmla="*/ 409865 h 430282"/>
                <a:gd name="csX4-109" fmla="*/ 3657 w 730575"/>
                <a:gd name="csY4-110" fmla="*/ 0 h 430282"/>
                <a:gd name="csX0-111" fmla="*/ 0 w 726918"/>
                <a:gd name="csY0-112" fmla="*/ 0 h 430282"/>
                <a:gd name="csX1-113" fmla="*/ 726918 w 726918"/>
                <a:gd name="csY1-114" fmla="*/ 19522 h 430282"/>
                <a:gd name="csX2-115" fmla="*/ 726918 w 726918"/>
                <a:gd name="csY2-116" fmla="*/ 430282 h 430282"/>
                <a:gd name="csX3-117" fmla="*/ 2905 w 726918"/>
                <a:gd name="csY3-118" fmla="*/ 409086 h 430282"/>
                <a:gd name="csX4-119" fmla="*/ 0 w 726918"/>
                <a:gd name="csY4-120" fmla="*/ 0 h 430282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</a:cxnLst>
              <a:rect l="l" t="t" r="r" b="b"/>
              <a:pathLst>
                <a:path w="726918" h="430282">
                  <a:moveTo>
                    <a:pt x="0" y="0"/>
                  </a:moveTo>
                  <a:lnTo>
                    <a:pt x="726918" y="19522"/>
                  </a:lnTo>
                  <a:lnTo>
                    <a:pt x="726918" y="430282"/>
                  </a:lnTo>
                  <a:lnTo>
                    <a:pt x="2905" y="409086"/>
                  </a:lnTo>
                  <a:cubicBezTo>
                    <a:pt x="2111" y="299947"/>
                    <a:pt x="794" y="109139"/>
                    <a:pt x="0" y="0"/>
                  </a:cubicBezTo>
                  <a:close/>
                </a:path>
              </a:pathLst>
            </a:custGeom>
            <a:grp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矩形 15"/>
            <p:cNvSpPr/>
            <p:nvPr/>
          </p:nvSpPr>
          <p:spPr>
            <a:xfrm>
              <a:off x="2235518" y="2580483"/>
              <a:ext cx="6622763" cy="1233487"/>
            </a:xfrm>
            <a:custGeom>
              <a:avLst/>
              <a:gdLst>
                <a:gd name="csX0" fmla="*/ 0 w 6160927"/>
                <a:gd name="csY0" fmla="*/ 0 h 781050"/>
                <a:gd name="csX1" fmla="*/ 6160927 w 6160927"/>
                <a:gd name="csY1" fmla="*/ 0 h 781050"/>
                <a:gd name="csX2" fmla="*/ 6160927 w 6160927"/>
                <a:gd name="csY2" fmla="*/ 781050 h 781050"/>
                <a:gd name="csX3" fmla="*/ 0 w 6160927"/>
                <a:gd name="csY3" fmla="*/ 781050 h 781050"/>
                <a:gd name="csX4" fmla="*/ 0 w 6160927"/>
                <a:gd name="csY4" fmla="*/ 0 h 781050"/>
                <a:gd name="csX0-1" fmla="*/ 0 w 6606095"/>
                <a:gd name="csY0-2" fmla="*/ 679784 h 781050"/>
                <a:gd name="csX1-3" fmla="*/ 6606095 w 6606095"/>
                <a:gd name="csY1-4" fmla="*/ 0 h 781050"/>
                <a:gd name="csX2-5" fmla="*/ 6606095 w 6606095"/>
                <a:gd name="csY2-6" fmla="*/ 781050 h 781050"/>
                <a:gd name="csX3-7" fmla="*/ 445168 w 6606095"/>
                <a:gd name="csY3-8" fmla="*/ 781050 h 781050"/>
                <a:gd name="csX4-9" fmla="*/ 0 w 6606095"/>
                <a:gd name="csY4-10" fmla="*/ 679784 h 781050"/>
                <a:gd name="csX0-11" fmla="*/ 0 w 6627526"/>
                <a:gd name="csY0-12" fmla="*/ 663115 h 781050"/>
                <a:gd name="csX1-13" fmla="*/ 6627526 w 6627526"/>
                <a:gd name="csY1-14" fmla="*/ 0 h 781050"/>
                <a:gd name="csX2-15" fmla="*/ 6627526 w 6627526"/>
                <a:gd name="csY2-16" fmla="*/ 781050 h 781050"/>
                <a:gd name="csX3-17" fmla="*/ 466599 w 6627526"/>
                <a:gd name="csY3-18" fmla="*/ 781050 h 781050"/>
                <a:gd name="csX4-19" fmla="*/ 0 w 6627526"/>
                <a:gd name="csY4-20" fmla="*/ 663115 h 781050"/>
                <a:gd name="csX0-21" fmla="*/ 0 w 6627526"/>
                <a:gd name="csY0-22" fmla="*/ 1372727 h 1490662"/>
                <a:gd name="csX1-23" fmla="*/ 6479889 w 6627526"/>
                <a:gd name="csY1-24" fmla="*/ 0 h 1490662"/>
                <a:gd name="csX2-25" fmla="*/ 6627526 w 6627526"/>
                <a:gd name="csY2-26" fmla="*/ 1490662 h 1490662"/>
                <a:gd name="csX3-27" fmla="*/ 466599 w 6627526"/>
                <a:gd name="csY3-28" fmla="*/ 1490662 h 1490662"/>
                <a:gd name="csX4-29" fmla="*/ 0 w 6627526"/>
                <a:gd name="csY4-30" fmla="*/ 1372727 h 1490662"/>
                <a:gd name="csX0-31" fmla="*/ 0 w 6620382"/>
                <a:gd name="csY0-32" fmla="*/ 1372727 h 1490662"/>
                <a:gd name="csX1-33" fmla="*/ 6479889 w 6620382"/>
                <a:gd name="csY1-34" fmla="*/ 0 h 1490662"/>
                <a:gd name="csX2-35" fmla="*/ 6620382 w 6620382"/>
                <a:gd name="csY2-36" fmla="*/ 378618 h 1490662"/>
                <a:gd name="csX3-37" fmla="*/ 466599 w 6620382"/>
                <a:gd name="csY3-38" fmla="*/ 1490662 h 1490662"/>
                <a:gd name="csX4-39" fmla="*/ 0 w 6620382"/>
                <a:gd name="csY4-40" fmla="*/ 1372727 h 1490662"/>
                <a:gd name="csX0-41" fmla="*/ 0 w 6620382"/>
                <a:gd name="csY0-42" fmla="*/ 1256045 h 1373980"/>
                <a:gd name="csX1-43" fmla="*/ 6525133 w 6620382"/>
                <a:gd name="csY1-44" fmla="*/ 0 h 1373980"/>
                <a:gd name="csX2-45" fmla="*/ 6620382 w 6620382"/>
                <a:gd name="csY2-46" fmla="*/ 261936 h 1373980"/>
                <a:gd name="csX3-47" fmla="*/ 466599 w 6620382"/>
                <a:gd name="csY3-48" fmla="*/ 1373980 h 1373980"/>
                <a:gd name="csX4-49" fmla="*/ 0 w 6620382"/>
                <a:gd name="csY4-50" fmla="*/ 1256045 h 1373980"/>
                <a:gd name="csX0-51" fmla="*/ 0 w 6620382"/>
                <a:gd name="csY0-52" fmla="*/ 1244139 h 1362074"/>
                <a:gd name="csX1-53" fmla="*/ 6529895 w 6620382"/>
                <a:gd name="csY1-54" fmla="*/ 0 h 1362074"/>
                <a:gd name="csX2-55" fmla="*/ 6620382 w 6620382"/>
                <a:gd name="csY2-56" fmla="*/ 250030 h 1362074"/>
                <a:gd name="csX3-57" fmla="*/ 466599 w 6620382"/>
                <a:gd name="csY3-58" fmla="*/ 1362074 h 1362074"/>
                <a:gd name="csX4-59" fmla="*/ 0 w 6620382"/>
                <a:gd name="csY4-60" fmla="*/ 1244139 h 1362074"/>
                <a:gd name="csX0-61" fmla="*/ 0 w 6622763"/>
                <a:gd name="csY0-62" fmla="*/ 1234614 h 1362074"/>
                <a:gd name="csX1-63" fmla="*/ 6532276 w 6622763"/>
                <a:gd name="csY1-64" fmla="*/ 0 h 1362074"/>
                <a:gd name="csX2-65" fmla="*/ 6622763 w 6622763"/>
                <a:gd name="csY2-66" fmla="*/ 250030 h 1362074"/>
                <a:gd name="csX3-67" fmla="*/ 468980 w 6622763"/>
                <a:gd name="csY3-68" fmla="*/ 1362074 h 1362074"/>
                <a:gd name="csX4-69" fmla="*/ 0 w 6622763"/>
                <a:gd name="csY4-70" fmla="*/ 1234614 h 1362074"/>
                <a:gd name="csX0-71" fmla="*/ 0 w 6622763"/>
                <a:gd name="csY0-72" fmla="*/ 1063164 h 1190624"/>
                <a:gd name="csX1-73" fmla="*/ 6308439 w 6622763"/>
                <a:gd name="csY1-74" fmla="*/ 0 h 1190624"/>
                <a:gd name="csX2-75" fmla="*/ 6622763 w 6622763"/>
                <a:gd name="csY2-76" fmla="*/ 78580 h 1190624"/>
                <a:gd name="csX3-77" fmla="*/ 468980 w 6622763"/>
                <a:gd name="csY3-78" fmla="*/ 1190624 h 1190624"/>
                <a:gd name="csX4-79" fmla="*/ 0 w 6622763"/>
                <a:gd name="csY4-80" fmla="*/ 1063164 h 1190624"/>
                <a:gd name="csX0-81" fmla="*/ 0 w 6622763"/>
                <a:gd name="csY0-82" fmla="*/ 1101264 h 1228724"/>
                <a:gd name="csX1-83" fmla="*/ 6165564 w 6622763"/>
                <a:gd name="csY1-84" fmla="*/ 0 h 1228724"/>
                <a:gd name="csX2-85" fmla="*/ 6622763 w 6622763"/>
                <a:gd name="csY2-86" fmla="*/ 116680 h 1228724"/>
                <a:gd name="csX3-87" fmla="*/ 468980 w 6622763"/>
                <a:gd name="csY3-88" fmla="*/ 1228724 h 1228724"/>
                <a:gd name="csX4-89" fmla="*/ 0 w 6622763"/>
                <a:gd name="csY4-90" fmla="*/ 1101264 h 1228724"/>
                <a:gd name="csX0-91" fmla="*/ 0 w 6622763"/>
                <a:gd name="csY0-92" fmla="*/ 1044114 h 1171574"/>
                <a:gd name="csX1-93" fmla="*/ 6165564 w 6622763"/>
                <a:gd name="csY1-94" fmla="*/ 0 h 1171574"/>
                <a:gd name="csX2-95" fmla="*/ 6622763 w 6622763"/>
                <a:gd name="csY2-96" fmla="*/ 59530 h 1171574"/>
                <a:gd name="csX3-97" fmla="*/ 468980 w 6622763"/>
                <a:gd name="csY3-98" fmla="*/ 1171574 h 1171574"/>
                <a:gd name="csX4-99" fmla="*/ 0 w 6622763"/>
                <a:gd name="csY4-100" fmla="*/ 1044114 h 1171574"/>
                <a:gd name="csX0-101" fmla="*/ 0 w 6622763"/>
                <a:gd name="csY0-102" fmla="*/ 1106027 h 1233487"/>
                <a:gd name="csX1-103" fmla="*/ 6160801 w 6622763"/>
                <a:gd name="csY1-104" fmla="*/ 0 h 1233487"/>
                <a:gd name="csX2-105" fmla="*/ 6622763 w 6622763"/>
                <a:gd name="csY2-106" fmla="*/ 121443 h 1233487"/>
                <a:gd name="csX3-107" fmla="*/ 468980 w 6622763"/>
                <a:gd name="csY3-108" fmla="*/ 1233487 h 1233487"/>
                <a:gd name="csX4-109" fmla="*/ 0 w 6622763"/>
                <a:gd name="csY4-110" fmla="*/ 1106027 h 1233487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</a:cxnLst>
              <a:rect l="l" t="t" r="r" b="b"/>
              <a:pathLst>
                <a:path w="6622763" h="1233487">
                  <a:moveTo>
                    <a:pt x="0" y="1106027"/>
                  </a:moveTo>
                  <a:lnTo>
                    <a:pt x="6160801" y="0"/>
                  </a:lnTo>
                  <a:lnTo>
                    <a:pt x="6622763" y="121443"/>
                  </a:lnTo>
                  <a:lnTo>
                    <a:pt x="468980" y="1233487"/>
                  </a:lnTo>
                  <a:lnTo>
                    <a:pt x="0" y="1106027"/>
                  </a:lnTo>
                  <a:close/>
                </a:path>
              </a:pathLst>
            </a:custGeom>
            <a:grp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94" name="矩形: 圆角 193"/>
          <p:cNvSpPr/>
          <p:nvPr/>
        </p:nvSpPr>
        <p:spPr>
          <a:xfrm>
            <a:off x="835465" y="2268799"/>
            <a:ext cx="966050" cy="580335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41757" y="496848"/>
            <a:ext cx="1523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Input Frames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315494" y="943268"/>
                <a:ext cx="307734" cy="485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CN" i="0" dirty="0">
                              <a:latin typeface="Cambria Math" panose="02040503050406030204" pitchFamily="18" charset="0"/>
                            </a:rPr>
                            <m:t>LQ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94" y="943268"/>
                <a:ext cx="307734" cy="485261"/>
              </a:xfrm>
              <a:prstGeom prst="rect">
                <a:avLst/>
              </a:prstGeom>
              <a:blipFill>
                <a:blip r:embed="rId6"/>
                <a:stretch>
                  <a:fillRect r="-8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315494" y="1655361"/>
                <a:ext cx="307734" cy="485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CN" i="0" dirty="0">
                              <a:latin typeface="Cambria Math" panose="02040503050406030204" pitchFamily="18" charset="0"/>
                            </a:rPr>
                            <m:t>LQ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94" y="1655361"/>
                <a:ext cx="307734" cy="485261"/>
              </a:xfrm>
              <a:prstGeom prst="rect">
                <a:avLst/>
              </a:prstGeom>
              <a:blipFill>
                <a:blip r:embed="rId7"/>
                <a:stretch>
                  <a:fillRect r="-80000" b="-5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315494" y="2307993"/>
                <a:ext cx="307734" cy="485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CN" i="0" dirty="0">
                              <a:latin typeface="Cambria Math" panose="02040503050406030204" pitchFamily="18" charset="0"/>
                            </a:rPr>
                            <m:t>LQ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94" y="2307993"/>
                <a:ext cx="307734" cy="485261"/>
              </a:xfrm>
              <a:prstGeom prst="rect">
                <a:avLst/>
              </a:prstGeom>
              <a:blipFill>
                <a:blip r:embed="rId8"/>
                <a:stretch>
                  <a:fillRect r="-80000" b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矩形: 圆角 91"/>
          <p:cNvSpPr/>
          <p:nvPr/>
        </p:nvSpPr>
        <p:spPr>
          <a:xfrm>
            <a:off x="3777503" y="1158818"/>
            <a:ext cx="1413934" cy="1439334"/>
          </a:xfrm>
          <a:prstGeom prst="roundRect">
            <a:avLst>
              <a:gd name="adj" fmla="val 8284"/>
            </a:avLst>
          </a:prstGeom>
          <a:solidFill>
            <a:srgbClr val="F3F4F6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3877733" y="1266981"/>
            <a:ext cx="1204384" cy="1223434"/>
          </a:xfrm>
          <a:prstGeom prst="rect">
            <a:avLst/>
          </a:prstGeom>
          <a:solidFill>
            <a:srgbClr val="BFEFE7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5" name="直接连接符 94"/>
          <p:cNvCxnSpPr>
            <a:stCxn id="93" idx="1"/>
            <a:endCxn id="93" idx="3"/>
          </p:cNvCxnSpPr>
          <p:nvPr/>
        </p:nvCxnSpPr>
        <p:spPr>
          <a:xfrm>
            <a:off x="3877733" y="1878698"/>
            <a:ext cx="12043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接连接符 96"/>
          <p:cNvCxnSpPr>
            <a:stCxn id="93" idx="0"/>
            <a:endCxn id="93" idx="2"/>
          </p:cNvCxnSpPr>
          <p:nvPr/>
        </p:nvCxnSpPr>
        <p:spPr>
          <a:xfrm>
            <a:off x="4479925" y="1266981"/>
            <a:ext cx="0" cy="12234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接连接符 99"/>
          <p:cNvCxnSpPr>
            <a:endCxn id="93" idx="0"/>
          </p:cNvCxnSpPr>
          <p:nvPr/>
        </p:nvCxnSpPr>
        <p:spPr>
          <a:xfrm>
            <a:off x="3877733" y="1266981"/>
            <a:ext cx="6021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接连接符 101"/>
          <p:cNvCxnSpPr>
            <a:endCxn id="93" idx="1"/>
          </p:cNvCxnSpPr>
          <p:nvPr/>
        </p:nvCxnSpPr>
        <p:spPr>
          <a:xfrm>
            <a:off x="3877733" y="1266981"/>
            <a:ext cx="0" cy="6117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矩形 105"/>
          <p:cNvSpPr/>
          <p:nvPr/>
        </p:nvSpPr>
        <p:spPr>
          <a:xfrm>
            <a:off x="3877733" y="1266981"/>
            <a:ext cx="602186" cy="611713"/>
          </a:xfrm>
          <a:prstGeom prst="rect">
            <a:avLst/>
          </a:prstGeom>
          <a:solidFill>
            <a:srgbClr val="F9FA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62567" y="1373304"/>
            <a:ext cx="470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LH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56069" y="1990286"/>
            <a:ext cx="470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HL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43432" y="1990286"/>
            <a:ext cx="509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HH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56069" y="1373304"/>
            <a:ext cx="470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LL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5638800" y="678510"/>
            <a:ext cx="2494280" cy="873760"/>
          </a:xfrm>
          <a:prstGeom prst="roundRect">
            <a:avLst/>
          </a:prstGeom>
          <a:solidFill>
            <a:srgbClr val="CCFB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: 圆角 103"/>
          <p:cNvSpPr/>
          <p:nvPr/>
        </p:nvSpPr>
        <p:spPr>
          <a:xfrm>
            <a:off x="5757863" y="1084063"/>
            <a:ext cx="2286000" cy="352955"/>
          </a:xfrm>
          <a:prstGeom prst="roundRect">
            <a:avLst/>
          </a:prstGeom>
          <a:solidFill>
            <a:srgbClr val="F0FD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787055" y="724919"/>
            <a:ext cx="2051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Local HF Mask</a:t>
            </a:r>
            <a:endParaRPr lang="zh-CN" altLang="en-US" sz="1600" dirty="0">
              <a:latin typeface="Cambria" panose="020405030504060302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737933" y="1119560"/>
            <a:ext cx="2247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Geometric Mean + CNN</a:t>
            </a:r>
            <a:endParaRPr lang="zh-CN" altLang="en-US" sz="1200" dirty="0">
              <a:latin typeface="Cambria" panose="02040503050406030204" pitchFamily="18" charset="0"/>
            </a:endParaRPr>
          </a:p>
        </p:txBody>
      </p:sp>
      <p:sp>
        <p:nvSpPr>
          <p:cNvPr id="195" name="矩形: 圆角 194"/>
          <p:cNvSpPr/>
          <p:nvPr/>
        </p:nvSpPr>
        <p:spPr>
          <a:xfrm>
            <a:off x="5638800" y="2108877"/>
            <a:ext cx="2494280" cy="873760"/>
          </a:xfrm>
          <a:prstGeom prst="roundRect">
            <a:avLst/>
          </a:prstGeom>
          <a:solidFill>
            <a:srgbClr val="CCFB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矩形: 圆角 195"/>
          <p:cNvSpPr/>
          <p:nvPr/>
        </p:nvSpPr>
        <p:spPr>
          <a:xfrm>
            <a:off x="5757863" y="2514430"/>
            <a:ext cx="2286000" cy="352955"/>
          </a:xfrm>
          <a:prstGeom prst="roundRect">
            <a:avLst/>
          </a:prstGeom>
          <a:solidFill>
            <a:srgbClr val="F0FD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787055" y="2171151"/>
            <a:ext cx="2051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Global Flicker Mask</a:t>
            </a:r>
            <a:endParaRPr lang="zh-CN" altLang="en-US" sz="1600" dirty="0">
              <a:latin typeface="Cambria" panose="020405030504060302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737933" y="2552407"/>
            <a:ext cx="2247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Minimum Strategy + CNN</a:t>
            </a:r>
            <a:endParaRPr lang="zh-CN" altLang="en-US" sz="1200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8483295" y="541022"/>
                <a:ext cx="431508" cy="353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CN" sz="1400" b="0" i="0" dirty="0" smtClean="0">
                              <a:latin typeface="Cambria Math" panose="02040503050406030204" pitchFamily="18" charset="0"/>
                            </a:rPr>
                            <m:t>local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295" y="541022"/>
                <a:ext cx="431508" cy="353174"/>
              </a:xfrm>
              <a:prstGeom prst="rect">
                <a:avLst/>
              </a:prstGeom>
              <a:blipFill>
                <a:blip r:embed="rId9"/>
                <a:stretch>
                  <a:fillRect r="-5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8483295" y="2096024"/>
                <a:ext cx="431508" cy="3213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flicker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295" y="2096024"/>
                <a:ext cx="431508" cy="321306"/>
              </a:xfrm>
              <a:prstGeom prst="rect">
                <a:avLst/>
              </a:prstGeom>
              <a:blipFill>
                <a:blip r:embed="rId10"/>
                <a:stretch>
                  <a:fillRect r="-5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流程图: 接点 104"/>
          <p:cNvSpPr/>
          <p:nvPr/>
        </p:nvSpPr>
        <p:spPr>
          <a:xfrm>
            <a:off x="9752096" y="1473279"/>
            <a:ext cx="600075" cy="593724"/>
          </a:xfrm>
          <a:prstGeom prst="flowChartConnector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756254" y="1566814"/>
            <a:ext cx="62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max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10729100" y="1124230"/>
                <a:ext cx="431508" cy="320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avelet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9100" y="1124230"/>
                <a:ext cx="431508" cy="320601"/>
              </a:xfrm>
              <a:prstGeom prst="rect">
                <a:avLst/>
              </a:prstGeom>
              <a:blipFill>
                <a:blip r:embed="rId11"/>
                <a:stretch>
                  <a:fillRect r="-8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1764585" y="4327884"/>
                <a:ext cx="431508" cy="357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spatial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585" y="4327884"/>
                <a:ext cx="431508" cy="357149"/>
              </a:xfrm>
              <a:prstGeom prst="rect">
                <a:avLst/>
              </a:prstGeom>
              <a:blipFill>
                <a:blip r:embed="rId12"/>
                <a:stretch>
                  <a:fillRect r="-5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6388350" y="4342311"/>
                <a:ext cx="431508" cy="328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fused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350" y="4342311"/>
                <a:ext cx="431508" cy="328295"/>
              </a:xfrm>
              <a:prstGeom prst="rect">
                <a:avLst/>
              </a:prstGeom>
              <a:blipFill>
                <a:blip r:embed="rId13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/>
          <p:cNvSpPr txBox="1"/>
          <p:nvPr/>
        </p:nvSpPr>
        <p:spPr>
          <a:xfrm>
            <a:off x="3150170" y="4392051"/>
            <a:ext cx="28194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 err="1">
                <a:latin typeface="Cambria" panose="02040503050406030204" pitchFamily="18" charset="0"/>
                <a:ea typeface="Cambria" panose="02040503050406030204" pitchFamily="18" charset="0"/>
              </a:rPr>
              <a:t>PixelWise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 Mask Fusion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0" y="3249001"/>
            <a:ext cx="4375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Phase 1: Wavelet Mask Pre-computation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0" y="6303678"/>
            <a:ext cx="5447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Phase 2: Bidirectional Propagation with Fused Gating</a:t>
            </a:r>
            <a:endParaRPr lang="zh-CN" altLang="en-US" dirty="0">
              <a:latin typeface="Cambria" panose="02040503050406030204" pitchFamily="18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1801515" y="1147882"/>
            <a:ext cx="9095085" cy="1627391"/>
            <a:chOff x="1801515" y="1209985"/>
            <a:chExt cx="9095085" cy="1627391"/>
          </a:xfrm>
        </p:grpSpPr>
        <p:cxnSp>
          <p:nvCxnSpPr>
            <p:cNvPr id="33" name="直接箭头连接符 32"/>
            <p:cNvCxnSpPr>
              <a:stCxn id="193" idx="3"/>
              <a:endCxn id="91" idx="1"/>
            </p:cNvCxnSpPr>
            <p:nvPr/>
          </p:nvCxnSpPr>
          <p:spPr>
            <a:xfrm flipV="1">
              <a:off x="1801515" y="1940588"/>
              <a:ext cx="584767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>
              <a:stCxn id="91" idx="3"/>
              <a:endCxn id="92" idx="1"/>
            </p:cNvCxnSpPr>
            <p:nvPr/>
          </p:nvCxnSpPr>
          <p:spPr>
            <a:xfrm>
              <a:off x="3376882" y="1940588"/>
              <a:ext cx="40062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>
              <a:off x="5150423" y="1409134"/>
              <a:ext cx="48837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>
              <a:off x="5150423" y="2837376"/>
              <a:ext cx="48837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>
            <a:xfrm>
              <a:off x="8140061" y="2837376"/>
              <a:ext cx="48837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>
              <a:off x="8140061" y="1409134"/>
              <a:ext cx="48837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连接符: 肘形 44"/>
            <p:cNvCxnSpPr>
              <a:endCxn id="105" idx="4"/>
            </p:cNvCxnSpPr>
            <p:nvPr/>
          </p:nvCxnSpPr>
          <p:spPr>
            <a:xfrm flipV="1">
              <a:off x="9313986" y="2067003"/>
              <a:ext cx="738148" cy="262800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连接符: 肘形 46"/>
            <p:cNvCxnSpPr>
              <a:endCxn id="105" idx="0"/>
            </p:cNvCxnSpPr>
            <p:nvPr/>
          </p:nvCxnSpPr>
          <p:spPr>
            <a:xfrm>
              <a:off x="9313986" y="1209985"/>
              <a:ext cx="738148" cy="263294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>
              <a:stCxn id="105" idx="6"/>
            </p:cNvCxnSpPr>
            <p:nvPr/>
          </p:nvCxnSpPr>
          <p:spPr>
            <a:xfrm flipV="1">
              <a:off x="10352171" y="1766839"/>
              <a:ext cx="544429" cy="330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0" name="直接连接符 59"/>
          <p:cNvCxnSpPr>
            <a:cxnSpLocks/>
          </p:cNvCxnSpPr>
          <p:nvPr/>
        </p:nvCxnSpPr>
        <p:spPr>
          <a:xfrm>
            <a:off x="11263725" y="1878485"/>
            <a:ext cx="0" cy="1582394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cxnSpLocks/>
          </p:cNvCxnSpPr>
          <p:nvPr/>
        </p:nvCxnSpPr>
        <p:spPr>
          <a:xfrm flipH="1">
            <a:off x="4505635" y="3460879"/>
            <a:ext cx="6758090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>
            <a:cxnSpLocks/>
            <a:endCxn id="90" idx="0"/>
          </p:cNvCxnSpPr>
          <p:nvPr/>
        </p:nvCxnSpPr>
        <p:spPr>
          <a:xfrm>
            <a:off x="4505637" y="3450199"/>
            <a:ext cx="0" cy="779982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连接符: 肘形 75"/>
          <p:cNvCxnSpPr>
            <a:stCxn id="90" idx="2"/>
            <a:endCxn id="89" idx="1"/>
          </p:cNvCxnSpPr>
          <p:nvPr/>
        </p:nvCxnSpPr>
        <p:spPr>
          <a:xfrm rot="5400000" flipH="1">
            <a:off x="2216260" y="3337804"/>
            <a:ext cx="606338" cy="3972417"/>
          </a:xfrm>
          <a:prstGeom prst="bentConnector4">
            <a:avLst>
              <a:gd name="adj1" fmla="val -37702"/>
              <a:gd name="adj2" fmla="val 10575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9" name="组合 98"/>
          <p:cNvGrpSpPr/>
          <p:nvPr/>
        </p:nvGrpSpPr>
        <p:grpSpPr>
          <a:xfrm>
            <a:off x="1442871" y="4928604"/>
            <a:ext cx="9553526" cy="7931"/>
            <a:chOff x="1442871" y="5189856"/>
            <a:chExt cx="9553526" cy="7931"/>
          </a:xfrm>
        </p:grpSpPr>
        <p:cxnSp>
          <p:nvCxnSpPr>
            <p:cNvPr id="70" name="直接箭头连接符 69"/>
            <p:cNvCxnSpPr/>
            <p:nvPr/>
          </p:nvCxnSpPr>
          <p:spPr>
            <a:xfrm>
              <a:off x="2533650" y="5193821"/>
              <a:ext cx="41566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直接箭头连接符 71"/>
            <p:cNvCxnSpPr/>
            <p:nvPr/>
          </p:nvCxnSpPr>
          <p:spPr>
            <a:xfrm>
              <a:off x="1442871" y="5193821"/>
              <a:ext cx="37755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/>
            <p:nvPr/>
          </p:nvCxnSpPr>
          <p:spPr>
            <a:xfrm>
              <a:off x="6061958" y="5193821"/>
              <a:ext cx="39247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接箭头连接符 80"/>
            <p:cNvCxnSpPr/>
            <p:nvPr/>
          </p:nvCxnSpPr>
          <p:spPr>
            <a:xfrm>
              <a:off x="7156450" y="5193821"/>
              <a:ext cx="5422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接箭头连接符 85"/>
            <p:cNvCxnSpPr/>
            <p:nvPr/>
          </p:nvCxnSpPr>
          <p:spPr>
            <a:xfrm>
              <a:off x="9173497" y="5193821"/>
              <a:ext cx="37755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直接箭头连接符 95"/>
            <p:cNvCxnSpPr/>
            <p:nvPr/>
          </p:nvCxnSpPr>
          <p:spPr>
            <a:xfrm flipV="1">
              <a:off x="10618839" y="5189856"/>
              <a:ext cx="377558" cy="793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F8D47EB-59AB-9AF1-96DF-474D23A00DCD}"/>
                  </a:ext>
                </a:extLst>
              </p:cNvPr>
              <p:cNvSpPr txBox="1"/>
              <p:nvPr/>
            </p:nvSpPr>
            <p:spPr>
              <a:xfrm>
                <a:off x="11171688" y="4085253"/>
                <a:ext cx="307734" cy="485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HQ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F8D47EB-59AB-9AF1-96DF-474D23A00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1688" y="4085253"/>
                <a:ext cx="307734" cy="485261"/>
              </a:xfrm>
              <a:prstGeom prst="rect">
                <a:avLst/>
              </a:prstGeom>
              <a:blipFill>
                <a:blip r:embed="rId14"/>
                <a:stretch>
                  <a:fillRect r="-92000" b="-5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32AB318-57AC-0D99-6EA0-7FF4E8680249}"/>
              </a:ext>
            </a:extLst>
          </p:cNvPr>
          <p:cNvSpPr/>
          <p:nvPr/>
        </p:nvSpPr>
        <p:spPr>
          <a:xfrm>
            <a:off x="10996397" y="4585914"/>
            <a:ext cx="966050" cy="580335"/>
          </a:xfrm>
          <a:prstGeom prst="roundRect">
            <a:avLst/>
          </a:prstGeom>
          <a:blipFill dpi="0"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62</Words>
  <Application>Microsoft Macintosh PowerPoint</Application>
  <PresentationFormat>宽屏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Cambria Math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张琪</dc:creator>
  <cp:lastModifiedBy>a1468</cp:lastModifiedBy>
  <cp:revision>17</cp:revision>
  <dcterms:created xsi:type="dcterms:W3CDTF">2023-08-09T12:44:00Z</dcterms:created>
  <dcterms:modified xsi:type="dcterms:W3CDTF">2026-05-14T02:56:41Z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9666F4633CAF41E9A277D84CBEB2AA89_12</vt:lpwstr>
  </property>
</Properties>
</file>